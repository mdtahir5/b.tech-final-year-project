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97" r:id="rId2"/>
    <p:sldId id="257" r:id="rId3"/>
    <p:sldId id="258" r:id="rId4"/>
    <p:sldId id="305" r:id="rId5"/>
    <p:sldId id="306" r:id="rId6"/>
    <p:sldId id="259" r:id="rId7"/>
    <p:sldId id="260" r:id="rId8"/>
    <p:sldId id="261" r:id="rId9"/>
    <p:sldId id="262" r:id="rId10"/>
    <p:sldId id="309" r:id="rId11"/>
    <p:sldId id="304" r:id="rId12"/>
    <p:sldId id="308" r:id="rId13"/>
    <p:sldId id="300" r:id="rId14"/>
    <p:sldId id="298" r:id="rId15"/>
    <p:sldId id="299" r:id="rId16"/>
    <p:sldId id="268" r:id="rId17"/>
    <p:sldId id="269" r:id="rId18"/>
    <p:sldId id="270" r:id="rId19"/>
    <p:sldId id="271" r:id="rId20"/>
    <p:sldId id="273" r:id="rId21"/>
    <p:sldId id="301" r:id="rId22"/>
    <p:sldId id="275"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B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9F214D-3078-DD3B-A92E-7AD0217994B6}" v="178" dt="2024-12-19T06:34:39.567"/>
    <p1510:client id="{EFD500D8-D67E-63A2-FEAB-176117D39FDE}" v="70" dt="2024-12-19T08:14:28.3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91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ata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33.svg"/></Relationships>
</file>

<file path=ppt/diagrams/_rels/drawing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C9DE8F-717D-4E45-BCE6-DB0960485513}"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FC4361E6-9192-4681-986E-A37EABC86982}">
      <dgm:prSet/>
      <dgm:spPr/>
      <dgm:t>
        <a:bodyPr/>
        <a:lstStyle/>
        <a:p>
          <a:r>
            <a:rPr lang="en-IN" b="1" dirty="0"/>
            <a:t>Team Members: :</a:t>
          </a:r>
          <a:r>
            <a:rPr lang="en-IN" dirty="0"/>
            <a:t> Deepak Pal (2100540310011)</a:t>
          </a:r>
        </a:p>
      </dgm:t>
    </dgm:pt>
    <dgm:pt modelId="{3871540F-2F6B-4CF7-8800-FFEEFCB68C0A}" type="parTrans" cxnId="{89960370-90F8-442C-92A6-DA77954F74BE}">
      <dgm:prSet/>
      <dgm:spPr/>
      <dgm:t>
        <a:bodyPr/>
        <a:lstStyle/>
        <a:p>
          <a:endParaRPr lang="en-IN"/>
        </a:p>
      </dgm:t>
    </dgm:pt>
    <dgm:pt modelId="{DB56623A-31DE-47C9-913F-FD98BF7D6838}" type="sibTrans" cxnId="{89960370-90F8-442C-92A6-DA77954F74BE}">
      <dgm:prSet/>
      <dgm:spPr/>
      <dgm:t>
        <a:bodyPr/>
        <a:lstStyle/>
        <a:p>
          <a:endParaRPr lang="en-IN"/>
        </a:p>
      </dgm:t>
    </dgm:pt>
    <dgm:pt modelId="{21875F03-86B9-4721-9BA9-C8E53D00A498}">
      <dgm:prSet/>
      <dgm:spPr/>
      <dgm:t>
        <a:bodyPr/>
        <a:lstStyle/>
        <a:p>
          <a:r>
            <a:rPr lang="en-IN" dirty="0"/>
            <a:t>                                Md Tahir (2100540310016)</a:t>
          </a:r>
        </a:p>
      </dgm:t>
    </dgm:pt>
    <dgm:pt modelId="{B14B2CCE-3564-4FD5-86F1-6F5884B4603F}" type="parTrans" cxnId="{F1ABDFEE-3628-414D-B3B0-FBDD64468913}">
      <dgm:prSet/>
      <dgm:spPr/>
      <dgm:t>
        <a:bodyPr/>
        <a:lstStyle/>
        <a:p>
          <a:endParaRPr lang="en-IN"/>
        </a:p>
      </dgm:t>
    </dgm:pt>
    <dgm:pt modelId="{0F66D1BD-F1F1-4F8E-B698-C0B2D5DC41DD}" type="sibTrans" cxnId="{F1ABDFEE-3628-414D-B3B0-FBDD64468913}">
      <dgm:prSet/>
      <dgm:spPr/>
      <dgm:t>
        <a:bodyPr/>
        <a:lstStyle/>
        <a:p>
          <a:endParaRPr lang="en-IN"/>
        </a:p>
      </dgm:t>
    </dgm:pt>
    <dgm:pt modelId="{6F6B986B-4027-4201-BA78-ED03779A0CEE}">
      <dgm:prSet/>
      <dgm:spPr/>
      <dgm:t>
        <a:bodyPr/>
        <a:lstStyle/>
        <a:p>
          <a:r>
            <a:rPr lang="en-IN" dirty="0"/>
            <a:t>                                Arun Kumar Singh(2100540310007</a:t>
          </a:r>
        </a:p>
      </dgm:t>
    </dgm:pt>
    <dgm:pt modelId="{C3149F79-15AC-4C27-BEED-107C5E9AE4F0}" type="parTrans" cxnId="{1BB06264-4FFB-47C7-8284-2952C8FD989D}">
      <dgm:prSet/>
      <dgm:spPr/>
      <dgm:t>
        <a:bodyPr/>
        <a:lstStyle/>
        <a:p>
          <a:endParaRPr lang="en-IN"/>
        </a:p>
      </dgm:t>
    </dgm:pt>
    <dgm:pt modelId="{80A3481E-BF1E-4E1C-B73F-9A756E0703D8}" type="sibTrans" cxnId="{1BB06264-4FFB-47C7-8284-2952C8FD989D}">
      <dgm:prSet/>
      <dgm:spPr/>
      <dgm:t>
        <a:bodyPr/>
        <a:lstStyle/>
        <a:p>
          <a:endParaRPr lang="en-IN"/>
        </a:p>
      </dgm:t>
    </dgm:pt>
    <dgm:pt modelId="{87A4BCD6-144B-4AC2-A901-4960E9FCC118}">
      <dgm:prSet/>
      <dgm:spPr/>
      <dgm:t>
        <a:bodyPr/>
        <a:lstStyle/>
        <a:p>
          <a:r>
            <a:rPr lang="en-IN" dirty="0"/>
            <a:t>                                Mohd Zaid(2100540310017)</a:t>
          </a:r>
        </a:p>
      </dgm:t>
    </dgm:pt>
    <dgm:pt modelId="{534F4534-3361-4C9C-B6C2-B4F504887735}" type="sibTrans" cxnId="{7CC09248-CB0C-4F83-B6E1-09AC847A5B72}">
      <dgm:prSet/>
      <dgm:spPr/>
      <dgm:t>
        <a:bodyPr/>
        <a:lstStyle/>
        <a:p>
          <a:endParaRPr lang="en-IN"/>
        </a:p>
      </dgm:t>
    </dgm:pt>
    <dgm:pt modelId="{A573E1C9-FB78-4E94-939F-2A3C8C611792}" type="parTrans" cxnId="{7CC09248-CB0C-4F83-B6E1-09AC847A5B72}">
      <dgm:prSet/>
      <dgm:spPr/>
      <dgm:t>
        <a:bodyPr/>
        <a:lstStyle/>
        <a:p>
          <a:endParaRPr lang="en-IN"/>
        </a:p>
      </dgm:t>
    </dgm:pt>
    <dgm:pt modelId="{B65BCE35-D434-4335-A865-B6DF07666BF7}" type="pres">
      <dgm:prSet presAssocID="{30C9DE8F-717D-4E45-BCE6-DB0960485513}" presName="vert0" presStyleCnt="0">
        <dgm:presLayoutVars>
          <dgm:dir/>
          <dgm:animOne val="branch"/>
          <dgm:animLvl val="lvl"/>
        </dgm:presLayoutVars>
      </dgm:prSet>
      <dgm:spPr/>
    </dgm:pt>
    <dgm:pt modelId="{0CB059D1-F131-4A6E-8027-0175DA21FDFB}" type="pres">
      <dgm:prSet presAssocID="{FC4361E6-9192-4681-986E-A37EABC86982}" presName="thickLine" presStyleLbl="alignNode1" presStyleIdx="0" presStyleCnt="4"/>
      <dgm:spPr/>
    </dgm:pt>
    <dgm:pt modelId="{53EBE888-337E-4E8E-BB9B-B8BDD242A031}" type="pres">
      <dgm:prSet presAssocID="{FC4361E6-9192-4681-986E-A37EABC86982}" presName="horz1" presStyleCnt="0"/>
      <dgm:spPr/>
    </dgm:pt>
    <dgm:pt modelId="{E01FD32F-A98C-4759-8295-65D655FFEC11}" type="pres">
      <dgm:prSet presAssocID="{FC4361E6-9192-4681-986E-A37EABC86982}" presName="tx1" presStyleLbl="revTx" presStyleIdx="0" presStyleCnt="4"/>
      <dgm:spPr/>
    </dgm:pt>
    <dgm:pt modelId="{0FE7E77A-431A-4E23-82DD-50D27B4B5561}" type="pres">
      <dgm:prSet presAssocID="{FC4361E6-9192-4681-986E-A37EABC86982}" presName="vert1" presStyleCnt="0"/>
      <dgm:spPr/>
    </dgm:pt>
    <dgm:pt modelId="{3EC6B28D-B7B8-4DFF-90A3-2B0F02E46CEC}" type="pres">
      <dgm:prSet presAssocID="{21875F03-86B9-4721-9BA9-C8E53D00A498}" presName="thickLine" presStyleLbl="alignNode1" presStyleIdx="1" presStyleCnt="4"/>
      <dgm:spPr/>
    </dgm:pt>
    <dgm:pt modelId="{EA1653A0-C139-4F0A-AFF1-2EF47DA0B477}" type="pres">
      <dgm:prSet presAssocID="{21875F03-86B9-4721-9BA9-C8E53D00A498}" presName="horz1" presStyleCnt="0"/>
      <dgm:spPr/>
    </dgm:pt>
    <dgm:pt modelId="{3524261F-7559-472B-A163-53D885F8C1A4}" type="pres">
      <dgm:prSet presAssocID="{21875F03-86B9-4721-9BA9-C8E53D00A498}" presName="tx1" presStyleLbl="revTx" presStyleIdx="1" presStyleCnt="4"/>
      <dgm:spPr/>
    </dgm:pt>
    <dgm:pt modelId="{DE85C92B-B0C7-4035-93FC-8102C37AA5BC}" type="pres">
      <dgm:prSet presAssocID="{21875F03-86B9-4721-9BA9-C8E53D00A498}" presName="vert1" presStyleCnt="0"/>
      <dgm:spPr/>
    </dgm:pt>
    <dgm:pt modelId="{CD55AE7D-5FF2-48A8-8B85-FA051AB54F88}" type="pres">
      <dgm:prSet presAssocID="{6F6B986B-4027-4201-BA78-ED03779A0CEE}" presName="thickLine" presStyleLbl="alignNode1" presStyleIdx="2" presStyleCnt="4"/>
      <dgm:spPr/>
    </dgm:pt>
    <dgm:pt modelId="{B9C5A88A-87A1-4B62-AB03-F52FDF8AB0BC}" type="pres">
      <dgm:prSet presAssocID="{6F6B986B-4027-4201-BA78-ED03779A0CEE}" presName="horz1" presStyleCnt="0"/>
      <dgm:spPr/>
    </dgm:pt>
    <dgm:pt modelId="{A7A857B5-ADDC-4683-B487-318FE8215C1E}" type="pres">
      <dgm:prSet presAssocID="{6F6B986B-4027-4201-BA78-ED03779A0CEE}" presName="tx1" presStyleLbl="revTx" presStyleIdx="2" presStyleCnt="4"/>
      <dgm:spPr/>
    </dgm:pt>
    <dgm:pt modelId="{A7DC20E0-4D05-4781-91B5-8F9C5657D5DB}" type="pres">
      <dgm:prSet presAssocID="{6F6B986B-4027-4201-BA78-ED03779A0CEE}" presName="vert1" presStyleCnt="0"/>
      <dgm:spPr/>
    </dgm:pt>
    <dgm:pt modelId="{BE34E62D-6F7B-4D5F-9586-CFC73E2B2CAC}" type="pres">
      <dgm:prSet presAssocID="{87A4BCD6-144B-4AC2-A901-4960E9FCC118}" presName="thickLine" presStyleLbl="alignNode1" presStyleIdx="3" presStyleCnt="4"/>
      <dgm:spPr/>
    </dgm:pt>
    <dgm:pt modelId="{9CDAE39E-F4D8-45FB-8C25-7B98E0E91DE5}" type="pres">
      <dgm:prSet presAssocID="{87A4BCD6-144B-4AC2-A901-4960E9FCC118}" presName="horz1" presStyleCnt="0"/>
      <dgm:spPr/>
    </dgm:pt>
    <dgm:pt modelId="{448BE9E6-811D-44A4-A771-7ACB4936B5D0}" type="pres">
      <dgm:prSet presAssocID="{87A4BCD6-144B-4AC2-A901-4960E9FCC118}" presName="tx1" presStyleLbl="revTx" presStyleIdx="3" presStyleCnt="4"/>
      <dgm:spPr/>
    </dgm:pt>
    <dgm:pt modelId="{2594CB0A-A469-4602-AA27-9BE390F7317E}" type="pres">
      <dgm:prSet presAssocID="{87A4BCD6-144B-4AC2-A901-4960E9FCC118}" presName="vert1" presStyleCnt="0"/>
      <dgm:spPr/>
    </dgm:pt>
  </dgm:ptLst>
  <dgm:cxnLst>
    <dgm:cxn modelId="{7AA4B663-8FE2-4949-9761-4F0F8ABA37B3}" type="presOf" srcId="{87A4BCD6-144B-4AC2-A901-4960E9FCC118}" destId="{448BE9E6-811D-44A4-A771-7ACB4936B5D0}" srcOrd="0" destOrd="0" presId="urn:microsoft.com/office/officeart/2008/layout/LinedList"/>
    <dgm:cxn modelId="{1BB06264-4FFB-47C7-8284-2952C8FD989D}" srcId="{30C9DE8F-717D-4E45-BCE6-DB0960485513}" destId="{6F6B986B-4027-4201-BA78-ED03779A0CEE}" srcOrd="2" destOrd="0" parTransId="{C3149F79-15AC-4C27-BEED-107C5E9AE4F0}" sibTransId="{80A3481E-BF1E-4E1C-B73F-9A756E0703D8}"/>
    <dgm:cxn modelId="{7CC09248-CB0C-4F83-B6E1-09AC847A5B72}" srcId="{30C9DE8F-717D-4E45-BCE6-DB0960485513}" destId="{87A4BCD6-144B-4AC2-A901-4960E9FCC118}" srcOrd="3" destOrd="0" parTransId="{A573E1C9-FB78-4E94-939F-2A3C8C611792}" sibTransId="{534F4534-3361-4C9C-B6C2-B4F504887735}"/>
    <dgm:cxn modelId="{ECCB004B-C012-461D-8B23-0A6C005967A2}" type="presOf" srcId="{21875F03-86B9-4721-9BA9-C8E53D00A498}" destId="{3524261F-7559-472B-A163-53D885F8C1A4}" srcOrd="0" destOrd="0" presId="urn:microsoft.com/office/officeart/2008/layout/LinedList"/>
    <dgm:cxn modelId="{89960370-90F8-442C-92A6-DA77954F74BE}" srcId="{30C9DE8F-717D-4E45-BCE6-DB0960485513}" destId="{FC4361E6-9192-4681-986E-A37EABC86982}" srcOrd="0" destOrd="0" parTransId="{3871540F-2F6B-4CF7-8800-FFEEFCB68C0A}" sibTransId="{DB56623A-31DE-47C9-913F-FD98BF7D6838}"/>
    <dgm:cxn modelId="{53403B58-8C67-46BE-9854-AD7E9A6E5415}" type="presOf" srcId="{FC4361E6-9192-4681-986E-A37EABC86982}" destId="{E01FD32F-A98C-4759-8295-65D655FFEC11}" srcOrd="0" destOrd="0" presId="urn:microsoft.com/office/officeart/2008/layout/LinedList"/>
    <dgm:cxn modelId="{89B8609B-F9B9-4CF2-A5A3-11BC234A3674}" type="presOf" srcId="{6F6B986B-4027-4201-BA78-ED03779A0CEE}" destId="{A7A857B5-ADDC-4683-B487-318FE8215C1E}" srcOrd="0" destOrd="0" presId="urn:microsoft.com/office/officeart/2008/layout/LinedList"/>
    <dgm:cxn modelId="{11B8BEC9-D54A-4EA3-B894-C71442556D15}" type="presOf" srcId="{30C9DE8F-717D-4E45-BCE6-DB0960485513}" destId="{B65BCE35-D434-4335-A865-B6DF07666BF7}" srcOrd="0" destOrd="0" presId="urn:microsoft.com/office/officeart/2008/layout/LinedList"/>
    <dgm:cxn modelId="{F1ABDFEE-3628-414D-B3B0-FBDD64468913}" srcId="{30C9DE8F-717D-4E45-BCE6-DB0960485513}" destId="{21875F03-86B9-4721-9BA9-C8E53D00A498}" srcOrd="1" destOrd="0" parTransId="{B14B2CCE-3564-4FD5-86F1-6F5884B4603F}" sibTransId="{0F66D1BD-F1F1-4F8E-B698-C0B2D5DC41DD}"/>
    <dgm:cxn modelId="{65D0FE10-483F-4770-A1A5-9E77EF6C127F}" type="presParOf" srcId="{B65BCE35-D434-4335-A865-B6DF07666BF7}" destId="{0CB059D1-F131-4A6E-8027-0175DA21FDFB}" srcOrd="0" destOrd="0" presId="urn:microsoft.com/office/officeart/2008/layout/LinedList"/>
    <dgm:cxn modelId="{158FD51E-19FE-44EA-9992-E18A86492ED2}" type="presParOf" srcId="{B65BCE35-D434-4335-A865-B6DF07666BF7}" destId="{53EBE888-337E-4E8E-BB9B-B8BDD242A031}" srcOrd="1" destOrd="0" presId="urn:microsoft.com/office/officeart/2008/layout/LinedList"/>
    <dgm:cxn modelId="{30495AD4-6C4C-44E7-B17F-91E3821204F8}" type="presParOf" srcId="{53EBE888-337E-4E8E-BB9B-B8BDD242A031}" destId="{E01FD32F-A98C-4759-8295-65D655FFEC11}" srcOrd="0" destOrd="0" presId="urn:microsoft.com/office/officeart/2008/layout/LinedList"/>
    <dgm:cxn modelId="{8E1F1010-6D5E-4AFE-B774-4488B28E03F6}" type="presParOf" srcId="{53EBE888-337E-4E8E-BB9B-B8BDD242A031}" destId="{0FE7E77A-431A-4E23-82DD-50D27B4B5561}" srcOrd="1" destOrd="0" presId="urn:microsoft.com/office/officeart/2008/layout/LinedList"/>
    <dgm:cxn modelId="{444F19F4-C768-4732-8FBB-26CD3F5FC077}" type="presParOf" srcId="{B65BCE35-D434-4335-A865-B6DF07666BF7}" destId="{3EC6B28D-B7B8-4DFF-90A3-2B0F02E46CEC}" srcOrd="2" destOrd="0" presId="urn:microsoft.com/office/officeart/2008/layout/LinedList"/>
    <dgm:cxn modelId="{E358CF0F-5EC1-402B-A997-76E3C42BE9B7}" type="presParOf" srcId="{B65BCE35-D434-4335-A865-B6DF07666BF7}" destId="{EA1653A0-C139-4F0A-AFF1-2EF47DA0B477}" srcOrd="3" destOrd="0" presId="urn:microsoft.com/office/officeart/2008/layout/LinedList"/>
    <dgm:cxn modelId="{37E61546-98A9-4E21-94AB-F91F7FF50C20}" type="presParOf" srcId="{EA1653A0-C139-4F0A-AFF1-2EF47DA0B477}" destId="{3524261F-7559-472B-A163-53D885F8C1A4}" srcOrd="0" destOrd="0" presId="urn:microsoft.com/office/officeart/2008/layout/LinedList"/>
    <dgm:cxn modelId="{358325EC-A565-4CB2-96A9-B5A2C567236B}" type="presParOf" srcId="{EA1653A0-C139-4F0A-AFF1-2EF47DA0B477}" destId="{DE85C92B-B0C7-4035-93FC-8102C37AA5BC}" srcOrd="1" destOrd="0" presId="urn:microsoft.com/office/officeart/2008/layout/LinedList"/>
    <dgm:cxn modelId="{62954210-4D37-4972-968D-517D2A3ECE03}" type="presParOf" srcId="{B65BCE35-D434-4335-A865-B6DF07666BF7}" destId="{CD55AE7D-5FF2-48A8-8B85-FA051AB54F88}" srcOrd="4" destOrd="0" presId="urn:microsoft.com/office/officeart/2008/layout/LinedList"/>
    <dgm:cxn modelId="{00615ED1-480A-4345-A68C-9F8C833D346B}" type="presParOf" srcId="{B65BCE35-D434-4335-A865-B6DF07666BF7}" destId="{B9C5A88A-87A1-4B62-AB03-F52FDF8AB0BC}" srcOrd="5" destOrd="0" presId="urn:microsoft.com/office/officeart/2008/layout/LinedList"/>
    <dgm:cxn modelId="{CD8777F8-14C6-40FE-91A0-0F4577C1E0B5}" type="presParOf" srcId="{B9C5A88A-87A1-4B62-AB03-F52FDF8AB0BC}" destId="{A7A857B5-ADDC-4683-B487-318FE8215C1E}" srcOrd="0" destOrd="0" presId="urn:microsoft.com/office/officeart/2008/layout/LinedList"/>
    <dgm:cxn modelId="{5D11E3B3-538D-420E-B76C-CCE272200299}" type="presParOf" srcId="{B9C5A88A-87A1-4B62-AB03-F52FDF8AB0BC}" destId="{A7DC20E0-4D05-4781-91B5-8F9C5657D5DB}" srcOrd="1" destOrd="0" presId="urn:microsoft.com/office/officeart/2008/layout/LinedList"/>
    <dgm:cxn modelId="{D854BB36-6FC8-4730-83E5-B982390CAD0D}" type="presParOf" srcId="{B65BCE35-D434-4335-A865-B6DF07666BF7}" destId="{BE34E62D-6F7B-4D5F-9586-CFC73E2B2CAC}" srcOrd="6" destOrd="0" presId="urn:microsoft.com/office/officeart/2008/layout/LinedList"/>
    <dgm:cxn modelId="{9882B96A-1093-436A-AEAB-B81A4AD0F833}" type="presParOf" srcId="{B65BCE35-D434-4335-A865-B6DF07666BF7}" destId="{9CDAE39E-F4D8-45FB-8C25-7B98E0E91DE5}" srcOrd="7" destOrd="0" presId="urn:microsoft.com/office/officeart/2008/layout/LinedList"/>
    <dgm:cxn modelId="{0A0C0117-BB6F-40F1-9E3B-59B8924D7537}" type="presParOf" srcId="{9CDAE39E-F4D8-45FB-8C25-7B98E0E91DE5}" destId="{448BE9E6-811D-44A4-A771-7ACB4936B5D0}" srcOrd="0" destOrd="0" presId="urn:microsoft.com/office/officeart/2008/layout/LinedList"/>
    <dgm:cxn modelId="{E3737A7E-7148-41D8-B855-8814DC56BA5E}" type="presParOf" srcId="{9CDAE39E-F4D8-45FB-8C25-7B98E0E91DE5}" destId="{2594CB0A-A469-4602-AA27-9BE390F7317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E3D781-9AF0-4A6A-961D-439A84C2BE4E}" type="doc">
      <dgm:prSet loTypeId="urn:microsoft.com/office/officeart/2005/8/layout/process4" loCatId="process" qsTypeId="urn:microsoft.com/office/officeart/2005/8/quickstyle/simple4" qsCatId="simple" csTypeId="urn:microsoft.com/office/officeart/2005/8/colors/colorful2" csCatId="colorful"/>
      <dgm:spPr/>
      <dgm:t>
        <a:bodyPr/>
        <a:lstStyle/>
        <a:p>
          <a:endParaRPr lang="en-US"/>
        </a:p>
      </dgm:t>
    </dgm:pt>
    <dgm:pt modelId="{CCA88B36-C6D7-4C8F-AE7D-57522E1946BB}">
      <dgm:prSet/>
      <dgm:spPr/>
      <dgm:t>
        <a:bodyPr/>
        <a:lstStyle/>
        <a:p>
          <a:r>
            <a:rPr lang="en-US" b="1"/>
            <a:t>Objective</a:t>
          </a:r>
          <a:r>
            <a:rPr lang="en-US"/>
            <a:t>: Develop a system to monitor the healthiness of earthing systems and alert staff in case of malfunction.</a:t>
          </a:r>
        </a:p>
      </dgm:t>
    </dgm:pt>
    <dgm:pt modelId="{093B3BAF-7C18-4EDE-9332-5980A66DC458}" type="parTrans" cxnId="{E33E7F02-6E76-4ACE-97BB-0CC744CFFF07}">
      <dgm:prSet/>
      <dgm:spPr/>
      <dgm:t>
        <a:bodyPr/>
        <a:lstStyle/>
        <a:p>
          <a:endParaRPr lang="en-US"/>
        </a:p>
      </dgm:t>
    </dgm:pt>
    <dgm:pt modelId="{9295BB0E-3F9D-4813-9500-6394C67B63C7}" type="sibTrans" cxnId="{E33E7F02-6E76-4ACE-97BB-0CC744CFFF07}">
      <dgm:prSet/>
      <dgm:spPr/>
      <dgm:t>
        <a:bodyPr/>
        <a:lstStyle/>
        <a:p>
          <a:endParaRPr lang="en-US"/>
        </a:p>
      </dgm:t>
    </dgm:pt>
    <dgm:pt modelId="{409057C0-5C53-44A2-8C22-42638FA81D51}">
      <dgm:prSet/>
      <dgm:spPr/>
      <dgm:t>
        <a:bodyPr/>
        <a:lstStyle/>
        <a:p>
          <a:r>
            <a:rPr lang="en-US" b="1"/>
            <a:t>Importance</a:t>
          </a:r>
          <a:r>
            <a:rPr lang="en-US"/>
            <a:t>:</a:t>
          </a:r>
        </a:p>
      </dgm:t>
    </dgm:pt>
    <dgm:pt modelId="{1513D038-3AEF-4413-A76B-E4283976D86C}" type="parTrans" cxnId="{08467A00-D342-499B-9D21-8CFB41C24859}">
      <dgm:prSet/>
      <dgm:spPr/>
      <dgm:t>
        <a:bodyPr/>
        <a:lstStyle/>
        <a:p>
          <a:endParaRPr lang="en-US"/>
        </a:p>
      </dgm:t>
    </dgm:pt>
    <dgm:pt modelId="{2F216387-1417-4EDA-8737-31F1705AE5E4}" type="sibTrans" cxnId="{08467A00-D342-499B-9D21-8CFB41C24859}">
      <dgm:prSet/>
      <dgm:spPr/>
      <dgm:t>
        <a:bodyPr/>
        <a:lstStyle/>
        <a:p>
          <a:endParaRPr lang="en-US"/>
        </a:p>
      </dgm:t>
    </dgm:pt>
    <dgm:pt modelId="{44AB0E49-EDEC-4C29-9E49-4557D9BF8103}">
      <dgm:prSet/>
      <dgm:spPr/>
      <dgm:t>
        <a:bodyPr/>
        <a:lstStyle/>
        <a:p>
          <a:r>
            <a:rPr lang="en-US"/>
            <a:t>Prevent electrical hazards.</a:t>
          </a:r>
        </a:p>
      </dgm:t>
    </dgm:pt>
    <dgm:pt modelId="{7D1FAE02-C1B1-40E4-BC4C-8BA4816A3751}" type="parTrans" cxnId="{FBC2DCA6-B845-4F0E-A2AF-AEAF42342510}">
      <dgm:prSet/>
      <dgm:spPr/>
      <dgm:t>
        <a:bodyPr/>
        <a:lstStyle/>
        <a:p>
          <a:endParaRPr lang="en-US"/>
        </a:p>
      </dgm:t>
    </dgm:pt>
    <dgm:pt modelId="{1A980018-3A29-4169-8BDC-354D8EA3F3AA}" type="sibTrans" cxnId="{FBC2DCA6-B845-4F0E-A2AF-AEAF42342510}">
      <dgm:prSet/>
      <dgm:spPr/>
      <dgm:t>
        <a:bodyPr/>
        <a:lstStyle/>
        <a:p>
          <a:endParaRPr lang="en-US"/>
        </a:p>
      </dgm:t>
    </dgm:pt>
    <dgm:pt modelId="{71722C08-AA35-4696-83FC-9FE4E46781F3}">
      <dgm:prSet/>
      <dgm:spPr/>
      <dgm:t>
        <a:bodyPr/>
        <a:lstStyle/>
        <a:p>
          <a:r>
            <a:rPr lang="en-US"/>
            <a:t>Reduce maintenance costs.</a:t>
          </a:r>
        </a:p>
      </dgm:t>
    </dgm:pt>
    <dgm:pt modelId="{37EB467F-D0B0-4E89-8224-8734EB2476A8}" type="parTrans" cxnId="{E804204A-35A6-4A6B-8D8C-4942C94A79D2}">
      <dgm:prSet/>
      <dgm:spPr/>
      <dgm:t>
        <a:bodyPr/>
        <a:lstStyle/>
        <a:p>
          <a:endParaRPr lang="en-US"/>
        </a:p>
      </dgm:t>
    </dgm:pt>
    <dgm:pt modelId="{BE1FC5D4-CEEF-456C-A82C-76FD621392EA}" type="sibTrans" cxnId="{E804204A-35A6-4A6B-8D8C-4942C94A79D2}">
      <dgm:prSet/>
      <dgm:spPr/>
      <dgm:t>
        <a:bodyPr/>
        <a:lstStyle/>
        <a:p>
          <a:endParaRPr lang="en-US"/>
        </a:p>
      </dgm:t>
    </dgm:pt>
    <dgm:pt modelId="{03641C2A-6BD6-4721-9BE7-16B57F4A555A}">
      <dgm:prSet/>
      <dgm:spPr/>
      <dgm:t>
        <a:bodyPr/>
        <a:lstStyle/>
        <a:p>
          <a:r>
            <a:rPr lang="en-US"/>
            <a:t>Improve operational safety.</a:t>
          </a:r>
        </a:p>
      </dgm:t>
    </dgm:pt>
    <dgm:pt modelId="{BDAC80BD-748B-4DE0-8795-EF3F1F711670}" type="parTrans" cxnId="{27702A23-18A5-4962-96AF-07E55AFE583E}">
      <dgm:prSet/>
      <dgm:spPr/>
      <dgm:t>
        <a:bodyPr/>
        <a:lstStyle/>
        <a:p>
          <a:endParaRPr lang="en-US"/>
        </a:p>
      </dgm:t>
    </dgm:pt>
    <dgm:pt modelId="{AC90A628-894F-4460-9C86-BB9CD4E373C3}" type="sibTrans" cxnId="{27702A23-18A5-4962-96AF-07E55AFE583E}">
      <dgm:prSet/>
      <dgm:spPr/>
      <dgm:t>
        <a:bodyPr/>
        <a:lstStyle/>
        <a:p>
          <a:endParaRPr lang="en-US"/>
        </a:p>
      </dgm:t>
    </dgm:pt>
    <dgm:pt modelId="{DBDE253A-0D74-446C-ADB3-7BE672F9F49C}" type="pres">
      <dgm:prSet presAssocID="{6AE3D781-9AF0-4A6A-961D-439A84C2BE4E}" presName="Name0" presStyleCnt="0">
        <dgm:presLayoutVars>
          <dgm:dir/>
          <dgm:animLvl val="lvl"/>
          <dgm:resizeHandles val="exact"/>
        </dgm:presLayoutVars>
      </dgm:prSet>
      <dgm:spPr/>
    </dgm:pt>
    <dgm:pt modelId="{B5287A62-1C1E-4442-BE9F-ADB720A88849}" type="pres">
      <dgm:prSet presAssocID="{409057C0-5C53-44A2-8C22-42638FA81D51}" presName="boxAndChildren" presStyleCnt="0"/>
      <dgm:spPr/>
    </dgm:pt>
    <dgm:pt modelId="{D5D6D1C1-1111-4323-81FC-5A00FB0834A2}" type="pres">
      <dgm:prSet presAssocID="{409057C0-5C53-44A2-8C22-42638FA81D51}" presName="parentTextBox" presStyleLbl="node1" presStyleIdx="0" presStyleCnt="2"/>
      <dgm:spPr/>
    </dgm:pt>
    <dgm:pt modelId="{CD309D48-F0F6-4EA8-BE49-33616C4B6A67}" type="pres">
      <dgm:prSet presAssocID="{409057C0-5C53-44A2-8C22-42638FA81D51}" presName="entireBox" presStyleLbl="node1" presStyleIdx="0" presStyleCnt="2"/>
      <dgm:spPr/>
    </dgm:pt>
    <dgm:pt modelId="{E5B55F23-DA3A-4FFE-80DC-87A9892CCB37}" type="pres">
      <dgm:prSet presAssocID="{409057C0-5C53-44A2-8C22-42638FA81D51}" presName="descendantBox" presStyleCnt="0"/>
      <dgm:spPr/>
    </dgm:pt>
    <dgm:pt modelId="{F6E8D88C-FB53-4874-B6E9-8484067084BA}" type="pres">
      <dgm:prSet presAssocID="{44AB0E49-EDEC-4C29-9E49-4557D9BF8103}" presName="childTextBox" presStyleLbl="fgAccFollowNode1" presStyleIdx="0" presStyleCnt="3">
        <dgm:presLayoutVars>
          <dgm:bulletEnabled val="1"/>
        </dgm:presLayoutVars>
      </dgm:prSet>
      <dgm:spPr/>
    </dgm:pt>
    <dgm:pt modelId="{3DB03A6A-6AF9-4510-AD72-B010F6356709}" type="pres">
      <dgm:prSet presAssocID="{71722C08-AA35-4696-83FC-9FE4E46781F3}" presName="childTextBox" presStyleLbl="fgAccFollowNode1" presStyleIdx="1" presStyleCnt="3">
        <dgm:presLayoutVars>
          <dgm:bulletEnabled val="1"/>
        </dgm:presLayoutVars>
      </dgm:prSet>
      <dgm:spPr/>
    </dgm:pt>
    <dgm:pt modelId="{BF7F7736-0BA9-4832-9133-610A5E577439}" type="pres">
      <dgm:prSet presAssocID="{03641C2A-6BD6-4721-9BE7-16B57F4A555A}" presName="childTextBox" presStyleLbl="fgAccFollowNode1" presStyleIdx="2" presStyleCnt="3">
        <dgm:presLayoutVars>
          <dgm:bulletEnabled val="1"/>
        </dgm:presLayoutVars>
      </dgm:prSet>
      <dgm:spPr/>
    </dgm:pt>
    <dgm:pt modelId="{C6AE7A30-B350-440F-A1F2-F2A3FE5F4CF5}" type="pres">
      <dgm:prSet presAssocID="{9295BB0E-3F9D-4813-9500-6394C67B63C7}" presName="sp" presStyleCnt="0"/>
      <dgm:spPr/>
    </dgm:pt>
    <dgm:pt modelId="{C7B63270-9603-44D2-89CA-7FF18EC4E08F}" type="pres">
      <dgm:prSet presAssocID="{CCA88B36-C6D7-4C8F-AE7D-57522E1946BB}" presName="arrowAndChildren" presStyleCnt="0"/>
      <dgm:spPr/>
    </dgm:pt>
    <dgm:pt modelId="{E29AF78E-8520-42C5-91AF-005FAC2FA7E5}" type="pres">
      <dgm:prSet presAssocID="{CCA88B36-C6D7-4C8F-AE7D-57522E1946BB}" presName="parentTextArrow" presStyleLbl="node1" presStyleIdx="1" presStyleCnt="2"/>
      <dgm:spPr/>
    </dgm:pt>
  </dgm:ptLst>
  <dgm:cxnLst>
    <dgm:cxn modelId="{08467A00-D342-499B-9D21-8CFB41C24859}" srcId="{6AE3D781-9AF0-4A6A-961D-439A84C2BE4E}" destId="{409057C0-5C53-44A2-8C22-42638FA81D51}" srcOrd="1" destOrd="0" parTransId="{1513D038-3AEF-4413-A76B-E4283976D86C}" sibTransId="{2F216387-1417-4EDA-8737-31F1705AE5E4}"/>
    <dgm:cxn modelId="{E33E7F02-6E76-4ACE-97BB-0CC744CFFF07}" srcId="{6AE3D781-9AF0-4A6A-961D-439A84C2BE4E}" destId="{CCA88B36-C6D7-4C8F-AE7D-57522E1946BB}" srcOrd="0" destOrd="0" parTransId="{093B3BAF-7C18-4EDE-9332-5980A66DC458}" sibTransId="{9295BB0E-3F9D-4813-9500-6394C67B63C7}"/>
    <dgm:cxn modelId="{AB6CEB04-C07E-41F3-B763-78AC6E2B9155}" type="presOf" srcId="{71722C08-AA35-4696-83FC-9FE4E46781F3}" destId="{3DB03A6A-6AF9-4510-AD72-B010F6356709}" srcOrd="0" destOrd="0" presId="urn:microsoft.com/office/officeart/2005/8/layout/process4"/>
    <dgm:cxn modelId="{B0BA371D-836D-4DB0-8985-CD4A429410C5}" type="presOf" srcId="{CCA88B36-C6D7-4C8F-AE7D-57522E1946BB}" destId="{E29AF78E-8520-42C5-91AF-005FAC2FA7E5}" srcOrd="0" destOrd="0" presId="urn:microsoft.com/office/officeart/2005/8/layout/process4"/>
    <dgm:cxn modelId="{27702A23-18A5-4962-96AF-07E55AFE583E}" srcId="{409057C0-5C53-44A2-8C22-42638FA81D51}" destId="{03641C2A-6BD6-4721-9BE7-16B57F4A555A}" srcOrd="2" destOrd="0" parTransId="{BDAC80BD-748B-4DE0-8795-EF3F1F711670}" sibTransId="{AC90A628-894F-4460-9C86-BB9CD4E373C3}"/>
    <dgm:cxn modelId="{FC539E3F-2C37-489E-86BD-4693DC2686CA}" type="presOf" srcId="{409057C0-5C53-44A2-8C22-42638FA81D51}" destId="{D5D6D1C1-1111-4323-81FC-5A00FB0834A2}" srcOrd="0" destOrd="0" presId="urn:microsoft.com/office/officeart/2005/8/layout/process4"/>
    <dgm:cxn modelId="{E804204A-35A6-4A6B-8D8C-4942C94A79D2}" srcId="{409057C0-5C53-44A2-8C22-42638FA81D51}" destId="{71722C08-AA35-4696-83FC-9FE4E46781F3}" srcOrd="1" destOrd="0" parTransId="{37EB467F-D0B0-4E89-8224-8734EB2476A8}" sibTransId="{BE1FC5D4-CEEF-456C-A82C-76FD621392EA}"/>
    <dgm:cxn modelId="{4EC4706A-35CC-4F5E-BB6D-E56AC54A8B95}" type="presOf" srcId="{6AE3D781-9AF0-4A6A-961D-439A84C2BE4E}" destId="{DBDE253A-0D74-446C-ADB3-7BE672F9F49C}" srcOrd="0" destOrd="0" presId="urn:microsoft.com/office/officeart/2005/8/layout/process4"/>
    <dgm:cxn modelId="{C8088497-F2A7-4A54-BFB9-2620A88240DF}" type="presOf" srcId="{03641C2A-6BD6-4721-9BE7-16B57F4A555A}" destId="{BF7F7736-0BA9-4832-9133-610A5E577439}" srcOrd="0" destOrd="0" presId="urn:microsoft.com/office/officeart/2005/8/layout/process4"/>
    <dgm:cxn modelId="{FBC2DCA6-B845-4F0E-A2AF-AEAF42342510}" srcId="{409057C0-5C53-44A2-8C22-42638FA81D51}" destId="{44AB0E49-EDEC-4C29-9E49-4557D9BF8103}" srcOrd="0" destOrd="0" parTransId="{7D1FAE02-C1B1-40E4-BC4C-8BA4816A3751}" sibTransId="{1A980018-3A29-4169-8BDC-354D8EA3F3AA}"/>
    <dgm:cxn modelId="{A7006CD5-4E93-4B18-A884-FC392ABD2F15}" type="presOf" srcId="{409057C0-5C53-44A2-8C22-42638FA81D51}" destId="{CD309D48-F0F6-4EA8-BE49-33616C4B6A67}" srcOrd="1" destOrd="0" presId="urn:microsoft.com/office/officeart/2005/8/layout/process4"/>
    <dgm:cxn modelId="{F06852E5-C083-4EC8-AFDC-0E6774548F1C}" type="presOf" srcId="{44AB0E49-EDEC-4C29-9E49-4557D9BF8103}" destId="{F6E8D88C-FB53-4874-B6E9-8484067084BA}" srcOrd="0" destOrd="0" presId="urn:microsoft.com/office/officeart/2005/8/layout/process4"/>
    <dgm:cxn modelId="{2C571F4B-EB19-45C9-9831-31195DE64A47}" type="presParOf" srcId="{DBDE253A-0D74-446C-ADB3-7BE672F9F49C}" destId="{B5287A62-1C1E-4442-BE9F-ADB720A88849}" srcOrd="0" destOrd="0" presId="urn:microsoft.com/office/officeart/2005/8/layout/process4"/>
    <dgm:cxn modelId="{8B5FADCB-C72D-4F5C-B923-45D452C38844}" type="presParOf" srcId="{B5287A62-1C1E-4442-BE9F-ADB720A88849}" destId="{D5D6D1C1-1111-4323-81FC-5A00FB0834A2}" srcOrd="0" destOrd="0" presId="urn:microsoft.com/office/officeart/2005/8/layout/process4"/>
    <dgm:cxn modelId="{21A89D13-2ADA-4C5A-A1E3-216EF9AE087B}" type="presParOf" srcId="{B5287A62-1C1E-4442-BE9F-ADB720A88849}" destId="{CD309D48-F0F6-4EA8-BE49-33616C4B6A67}" srcOrd="1" destOrd="0" presId="urn:microsoft.com/office/officeart/2005/8/layout/process4"/>
    <dgm:cxn modelId="{B782564A-B5E7-43A1-B552-6FC91223389B}" type="presParOf" srcId="{B5287A62-1C1E-4442-BE9F-ADB720A88849}" destId="{E5B55F23-DA3A-4FFE-80DC-87A9892CCB37}" srcOrd="2" destOrd="0" presId="urn:microsoft.com/office/officeart/2005/8/layout/process4"/>
    <dgm:cxn modelId="{923584CD-D397-4A61-9E13-2C82EC41781E}" type="presParOf" srcId="{E5B55F23-DA3A-4FFE-80DC-87A9892CCB37}" destId="{F6E8D88C-FB53-4874-B6E9-8484067084BA}" srcOrd="0" destOrd="0" presId="urn:microsoft.com/office/officeart/2005/8/layout/process4"/>
    <dgm:cxn modelId="{B7C28B5F-CFF3-4A8D-82A5-7502E3E53BF9}" type="presParOf" srcId="{E5B55F23-DA3A-4FFE-80DC-87A9892CCB37}" destId="{3DB03A6A-6AF9-4510-AD72-B010F6356709}" srcOrd="1" destOrd="0" presId="urn:microsoft.com/office/officeart/2005/8/layout/process4"/>
    <dgm:cxn modelId="{10AA988B-54E9-4804-9CA8-231A78F6F7F8}" type="presParOf" srcId="{E5B55F23-DA3A-4FFE-80DC-87A9892CCB37}" destId="{BF7F7736-0BA9-4832-9133-610A5E577439}" srcOrd="2" destOrd="0" presId="urn:microsoft.com/office/officeart/2005/8/layout/process4"/>
    <dgm:cxn modelId="{C9390AC2-5F47-4F2B-ACDF-0AD4F8856F49}" type="presParOf" srcId="{DBDE253A-0D74-446C-ADB3-7BE672F9F49C}" destId="{C6AE7A30-B350-440F-A1F2-F2A3FE5F4CF5}" srcOrd="1" destOrd="0" presId="urn:microsoft.com/office/officeart/2005/8/layout/process4"/>
    <dgm:cxn modelId="{BD35C9C3-B5F2-432C-931D-5E14A1D51F05}" type="presParOf" srcId="{DBDE253A-0D74-446C-ADB3-7BE672F9F49C}" destId="{C7B63270-9603-44D2-89CA-7FF18EC4E08F}" srcOrd="2" destOrd="0" presId="urn:microsoft.com/office/officeart/2005/8/layout/process4"/>
    <dgm:cxn modelId="{3565B3B1-315A-405F-8EF0-5C4CD109A9C3}" type="presParOf" srcId="{C7B63270-9603-44D2-89CA-7FF18EC4E08F}" destId="{E29AF78E-8520-42C5-91AF-005FAC2FA7E5}"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88F245-040A-48D8-B80D-2EA41D1C9D72}" type="doc">
      <dgm:prSet loTypeId="urn:microsoft.com/office/officeart/2005/8/layout/process4" loCatId="process" qsTypeId="urn:microsoft.com/office/officeart/2005/8/quickstyle/simple4" qsCatId="simple" csTypeId="urn:microsoft.com/office/officeart/2005/8/colors/accent1_2" csCatId="accent1"/>
      <dgm:spPr/>
      <dgm:t>
        <a:bodyPr/>
        <a:lstStyle/>
        <a:p>
          <a:endParaRPr lang="en-US"/>
        </a:p>
      </dgm:t>
    </dgm:pt>
    <dgm:pt modelId="{74A1B0C1-73E9-4D6D-9CF4-EA8EE3C1D29D}">
      <dgm:prSet/>
      <dgm:spPr/>
      <dgm:t>
        <a:bodyPr/>
        <a:lstStyle/>
        <a:p>
          <a:r>
            <a:rPr lang="en-US"/>
            <a:t>Manual inspection of earthing systems is:</a:t>
          </a:r>
        </a:p>
      </dgm:t>
    </dgm:pt>
    <dgm:pt modelId="{DD7937A9-D1A3-4B87-BB74-DC7756239F40}" type="parTrans" cxnId="{62450480-0305-4C3B-A395-7D8950A82E7E}">
      <dgm:prSet/>
      <dgm:spPr/>
      <dgm:t>
        <a:bodyPr/>
        <a:lstStyle/>
        <a:p>
          <a:endParaRPr lang="en-US"/>
        </a:p>
      </dgm:t>
    </dgm:pt>
    <dgm:pt modelId="{3DBDFD0A-C5C4-446E-ACF0-E750DFFB8FEB}" type="sibTrans" cxnId="{62450480-0305-4C3B-A395-7D8950A82E7E}">
      <dgm:prSet/>
      <dgm:spPr/>
      <dgm:t>
        <a:bodyPr/>
        <a:lstStyle/>
        <a:p>
          <a:endParaRPr lang="en-US"/>
        </a:p>
      </dgm:t>
    </dgm:pt>
    <dgm:pt modelId="{2AAFE085-868A-4371-BB5B-F3B9CB1BF5F0}">
      <dgm:prSet/>
      <dgm:spPr/>
      <dgm:t>
        <a:bodyPr/>
        <a:lstStyle/>
        <a:p>
          <a:r>
            <a:rPr lang="en-US"/>
            <a:t>Time-Consuming</a:t>
          </a:r>
        </a:p>
      </dgm:t>
    </dgm:pt>
    <dgm:pt modelId="{9E414859-6DA9-48D7-868D-CE7A65433882}" type="parTrans" cxnId="{43C24F5C-DC99-406A-B07B-FBF74DDDC74E}">
      <dgm:prSet/>
      <dgm:spPr/>
      <dgm:t>
        <a:bodyPr/>
        <a:lstStyle/>
        <a:p>
          <a:endParaRPr lang="en-US"/>
        </a:p>
      </dgm:t>
    </dgm:pt>
    <dgm:pt modelId="{17153CE8-03C1-4424-BEED-481AB660D762}" type="sibTrans" cxnId="{43C24F5C-DC99-406A-B07B-FBF74DDDC74E}">
      <dgm:prSet/>
      <dgm:spPr/>
      <dgm:t>
        <a:bodyPr/>
        <a:lstStyle/>
        <a:p>
          <a:endParaRPr lang="en-US"/>
        </a:p>
      </dgm:t>
    </dgm:pt>
    <dgm:pt modelId="{3EBB858D-57C0-499C-A1B9-1C42DD205F5A}">
      <dgm:prSet/>
      <dgm:spPr/>
      <dgm:t>
        <a:bodyPr/>
        <a:lstStyle/>
        <a:p>
          <a:r>
            <a:rPr lang="en-US"/>
            <a:t>Inefficient</a:t>
          </a:r>
        </a:p>
      </dgm:t>
    </dgm:pt>
    <dgm:pt modelId="{5870583E-32C1-46B8-A07F-92D96E5D38A0}" type="parTrans" cxnId="{1A0B6776-5378-4DF8-96B2-EDD267F75429}">
      <dgm:prSet/>
      <dgm:spPr/>
      <dgm:t>
        <a:bodyPr/>
        <a:lstStyle/>
        <a:p>
          <a:endParaRPr lang="en-US"/>
        </a:p>
      </dgm:t>
    </dgm:pt>
    <dgm:pt modelId="{FFBACE4A-03B1-46DD-8CB0-012E22728A43}" type="sibTrans" cxnId="{1A0B6776-5378-4DF8-96B2-EDD267F75429}">
      <dgm:prSet/>
      <dgm:spPr/>
      <dgm:t>
        <a:bodyPr/>
        <a:lstStyle/>
        <a:p>
          <a:endParaRPr lang="en-US"/>
        </a:p>
      </dgm:t>
    </dgm:pt>
    <dgm:pt modelId="{449D1A20-69F0-4A05-B471-869BB6C011EF}">
      <dgm:prSet/>
      <dgm:spPr/>
      <dgm:t>
        <a:bodyPr/>
        <a:lstStyle/>
        <a:p>
          <a:r>
            <a:rPr lang="en-US"/>
            <a:t>Prone to delayed fault detection</a:t>
          </a:r>
        </a:p>
      </dgm:t>
    </dgm:pt>
    <dgm:pt modelId="{2AA491B4-D8F3-4782-9B85-2A85B7E153D4}" type="parTrans" cxnId="{B87A110D-8E17-40F1-BB10-260DADED8948}">
      <dgm:prSet/>
      <dgm:spPr/>
      <dgm:t>
        <a:bodyPr/>
        <a:lstStyle/>
        <a:p>
          <a:endParaRPr lang="en-US"/>
        </a:p>
      </dgm:t>
    </dgm:pt>
    <dgm:pt modelId="{EEF3FA90-4EA6-47DE-B817-8A86D1F497F0}" type="sibTrans" cxnId="{B87A110D-8E17-40F1-BB10-260DADED8948}">
      <dgm:prSet/>
      <dgm:spPr/>
      <dgm:t>
        <a:bodyPr/>
        <a:lstStyle/>
        <a:p>
          <a:endParaRPr lang="en-US"/>
        </a:p>
      </dgm:t>
    </dgm:pt>
    <dgm:pt modelId="{E00E86E3-988E-46A6-A55D-B8DEF2CDA276}">
      <dgm:prSet/>
      <dgm:spPr/>
      <dgm:t>
        <a:bodyPr/>
        <a:lstStyle/>
        <a:p>
          <a:r>
            <a:rPr lang="en-US"/>
            <a:t>Faults in earthing systems (e.g., high resistance, leakage currents) cause:</a:t>
          </a:r>
        </a:p>
      </dgm:t>
    </dgm:pt>
    <dgm:pt modelId="{02000F8C-FD18-4E71-A722-86D59978EC12}" type="parTrans" cxnId="{46063A5B-76EC-4973-97FC-1FA53834312B}">
      <dgm:prSet/>
      <dgm:spPr/>
      <dgm:t>
        <a:bodyPr/>
        <a:lstStyle/>
        <a:p>
          <a:endParaRPr lang="en-US"/>
        </a:p>
      </dgm:t>
    </dgm:pt>
    <dgm:pt modelId="{957AA04C-F1E1-47BB-8B23-4C4284E32DC9}" type="sibTrans" cxnId="{46063A5B-76EC-4973-97FC-1FA53834312B}">
      <dgm:prSet/>
      <dgm:spPr/>
      <dgm:t>
        <a:bodyPr/>
        <a:lstStyle/>
        <a:p>
          <a:endParaRPr lang="en-US"/>
        </a:p>
      </dgm:t>
    </dgm:pt>
    <dgm:pt modelId="{CE47C073-6138-4324-BAFD-008540BE9BAA}">
      <dgm:prSet/>
      <dgm:spPr/>
      <dgm:t>
        <a:bodyPr/>
        <a:lstStyle/>
        <a:p>
          <a:r>
            <a:rPr lang="en-US"/>
            <a:t>Equipment damage.</a:t>
          </a:r>
        </a:p>
      </dgm:t>
    </dgm:pt>
    <dgm:pt modelId="{08682476-4B47-4EF0-A64F-D3DC4AE32310}" type="parTrans" cxnId="{0585D581-0EC3-493F-A182-98C81B8F1BD3}">
      <dgm:prSet/>
      <dgm:spPr/>
      <dgm:t>
        <a:bodyPr/>
        <a:lstStyle/>
        <a:p>
          <a:endParaRPr lang="en-US"/>
        </a:p>
      </dgm:t>
    </dgm:pt>
    <dgm:pt modelId="{F39FEC1D-9E17-479F-BCE2-A79D49AACD90}" type="sibTrans" cxnId="{0585D581-0EC3-493F-A182-98C81B8F1BD3}">
      <dgm:prSet/>
      <dgm:spPr/>
      <dgm:t>
        <a:bodyPr/>
        <a:lstStyle/>
        <a:p>
          <a:endParaRPr lang="en-US"/>
        </a:p>
      </dgm:t>
    </dgm:pt>
    <dgm:pt modelId="{7E8F55AE-F200-4E11-96C0-A2120098A06D}">
      <dgm:prSet/>
      <dgm:spPr/>
      <dgm:t>
        <a:bodyPr/>
        <a:lstStyle/>
        <a:p>
          <a:r>
            <a:rPr lang="en-US"/>
            <a:t>Safety risks for personnel.</a:t>
          </a:r>
        </a:p>
      </dgm:t>
    </dgm:pt>
    <dgm:pt modelId="{EF34FA98-05B6-4A29-8C75-A8EEC5528F82}" type="parTrans" cxnId="{7EB583C7-988D-499B-BA59-FA2936F8211E}">
      <dgm:prSet/>
      <dgm:spPr/>
      <dgm:t>
        <a:bodyPr/>
        <a:lstStyle/>
        <a:p>
          <a:endParaRPr lang="en-US"/>
        </a:p>
      </dgm:t>
    </dgm:pt>
    <dgm:pt modelId="{78EF2634-50EF-40F0-B2F9-C17849BB426F}" type="sibTrans" cxnId="{7EB583C7-988D-499B-BA59-FA2936F8211E}">
      <dgm:prSet/>
      <dgm:spPr/>
      <dgm:t>
        <a:bodyPr/>
        <a:lstStyle/>
        <a:p>
          <a:endParaRPr lang="en-US"/>
        </a:p>
      </dgm:t>
    </dgm:pt>
    <dgm:pt modelId="{ED2294DB-5A7E-48EA-B4CA-6B2148291A6E}" type="pres">
      <dgm:prSet presAssocID="{B688F245-040A-48D8-B80D-2EA41D1C9D72}" presName="Name0" presStyleCnt="0">
        <dgm:presLayoutVars>
          <dgm:dir/>
          <dgm:animLvl val="lvl"/>
          <dgm:resizeHandles val="exact"/>
        </dgm:presLayoutVars>
      </dgm:prSet>
      <dgm:spPr/>
    </dgm:pt>
    <dgm:pt modelId="{EFBC77EC-99BA-4F88-BCBA-B6F4ACEBF690}" type="pres">
      <dgm:prSet presAssocID="{E00E86E3-988E-46A6-A55D-B8DEF2CDA276}" presName="boxAndChildren" presStyleCnt="0"/>
      <dgm:spPr/>
    </dgm:pt>
    <dgm:pt modelId="{755721D5-87A5-4FFB-8E2C-7B1D5049007C}" type="pres">
      <dgm:prSet presAssocID="{E00E86E3-988E-46A6-A55D-B8DEF2CDA276}" presName="parentTextBox" presStyleLbl="node1" presStyleIdx="0" presStyleCnt="2"/>
      <dgm:spPr/>
    </dgm:pt>
    <dgm:pt modelId="{1CFF8CFF-F450-4332-BF6F-AF6E080F6EB4}" type="pres">
      <dgm:prSet presAssocID="{E00E86E3-988E-46A6-A55D-B8DEF2CDA276}" presName="entireBox" presStyleLbl="node1" presStyleIdx="0" presStyleCnt="2"/>
      <dgm:spPr/>
    </dgm:pt>
    <dgm:pt modelId="{3D54AA02-724F-44B7-A98B-3E4195DC6AAB}" type="pres">
      <dgm:prSet presAssocID="{E00E86E3-988E-46A6-A55D-B8DEF2CDA276}" presName="descendantBox" presStyleCnt="0"/>
      <dgm:spPr/>
    </dgm:pt>
    <dgm:pt modelId="{82791FDF-783D-4B41-AA8A-FC4319FD544A}" type="pres">
      <dgm:prSet presAssocID="{CE47C073-6138-4324-BAFD-008540BE9BAA}" presName="childTextBox" presStyleLbl="fgAccFollowNode1" presStyleIdx="0" presStyleCnt="5">
        <dgm:presLayoutVars>
          <dgm:bulletEnabled val="1"/>
        </dgm:presLayoutVars>
      </dgm:prSet>
      <dgm:spPr/>
    </dgm:pt>
    <dgm:pt modelId="{530FBB3C-0AA4-4914-BBE0-DCB34DD2DEAD}" type="pres">
      <dgm:prSet presAssocID="{7E8F55AE-F200-4E11-96C0-A2120098A06D}" presName="childTextBox" presStyleLbl="fgAccFollowNode1" presStyleIdx="1" presStyleCnt="5">
        <dgm:presLayoutVars>
          <dgm:bulletEnabled val="1"/>
        </dgm:presLayoutVars>
      </dgm:prSet>
      <dgm:spPr/>
    </dgm:pt>
    <dgm:pt modelId="{2FE87F56-F59C-4E12-A08C-5302246CC0F9}" type="pres">
      <dgm:prSet presAssocID="{3DBDFD0A-C5C4-446E-ACF0-E750DFFB8FEB}" presName="sp" presStyleCnt="0"/>
      <dgm:spPr/>
    </dgm:pt>
    <dgm:pt modelId="{4A8C4DAF-44FD-4004-A8E0-A3FCC4C1DEC5}" type="pres">
      <dgm:prSet presAssocID="{74A1B0C1-73E9-4D6D-9CF4-EA8EE3C1D29D}" presName="arrowAndChildren" presStyleCnt="0"/>
      <dgm:spPr/>
    </dgm:pt>
    <dgm:pt modelId="{2DD6B192-8EC0-42C7-8180-74EAD343584C}" type="pres">
      <dgm:prSet presAssocID="{74A1B0C1-73E9-4D6D-9CF4-EA8EE3C1D29D}" presName="parentTextArrow" presStyleLbl="node1" presStyleIdx="0" presStyleCnt="2"/>
      <dgm:spPr/>
    </dgm:pt>
    <dgm:pt modelId="{617E2B35-7455-40D7-804A-C2FBCA2413B5}" type="pres">
      <dgm:prSet presAssocID="{74A1B0C1-73E9-4D6D-9CF4-EA8EE3C1D29D}" presName="arrow" presStyleLbl="node1" presStyleIdx="1" presStyleCnt="2"/>
      <dgm:spPr/>
    </dgm:pt>
    <dgm:pt modelId="{C216DA0F-0397-4494-9D70-7F1460B25437}" type="pres">
      <dgm:prSet presAssocID="{74A1B0C1-73E9-4D6D-9CF4-EA8EE3C1D29D}" presName="descendantArrow" presStyleCnt="0"/>
      <dgm:spPr/>
    </dgm:pt>
    <dgm:pt modelId="{B96C822A-313A-4FFB-9274-0845AF18E72F}" type="pres">
      <dgm:prSet presAssocID="{2AAFE085-868A-4371-BB5B-F3B9CB1BF5F0}" presName="childTextArrow" presStyleLbl="fgAccFollowNode1" presStyleIdx="2" presStyleCnt="5">
        <dgm:presLayoutVars>
          <dgm:bulletEnabled val="1"/>
        </dgm:presLayoutVars>
      </dgm:prSet>
      <dgm:spPr/>
    </dgm:pt>
    <dgm:pt modelId="{6D57A7BD-8372-4251-B9DF-50727501D7D0}" type="pres">
      <dgm:prSet presAssocID="{3EBB858D-57C0-499C-A1B9-1C42DD205F5A}" presName="childTextArrow" presStyleLbl="fgAccFollowNode1" presStyleIdx="3" presStyleCnt="5">
        <dgm:presLayoutVars>
          <dgm:bulletEnabled val="1"/>
        </dgm:presLayoutVars>
      </dgm:prSet>
      <dgm:spPr/>
    </dgm:pt>
    <dgm:pt modelId="{623D278A-EF00-43C1-B96E-DE8E5FAD6C42}" type="pres">
      <dgm:prSet presAssocID="{449D1A20-69F0-4A05-B471-869BB6C011EF}" presName="childTextArrow" presStyleLbl="fgAccFollowNode1" presStyleIdx="4" presStyleCnt="5">
        <dgm:presLayoutVars>
          <dgm:bulletEnabled val="1"/>
        </dgm:presLayoutVars>
      </dgm:prSet>
      <dgm:spPr/>
    </dgm:pt>
  </dgm:ptLst>
  <dgm:cxnLst>
    <dgm:cxn modelId="{2860AC0B-05CE-422E-A570-B273823BDED1}" type="presOf" srcId="{2AAFE085-868A-4371-BB5B-F3B9CB1BF5F0}" destId="{B96C822A-313A-4FFB-9274-0845AF18E72F}" srcOrd="0" destOrd="0" presId="urn:microsoft.com/office/officeart/2005/8/layout/process4"/>
    <dgm:cxn modelId="{B87A110D-8E17-40F1-BB10-260DADED8948}" srcId="{74A1B0C1-73E9-4D6D-9CF4-EA8EE3C1D29D}" destId="{449D1A20-69F0-4A05-B471-869BB6C011EF}" srcOrd="2" destOrd="0" parTransId="{2AA491B4-D8F3-4782-9B85-2A85B7E153D4}" sibTransId="{EEF3FA90-4EA6-47DE-B817-8A86D1F497F0}"/>
    <dgm:cxn modelId="{95B04B40-7E8F-443B-B6C8-73B8BD8045C6}" type="presOf" srcId="{E00E86E3-988E-46A6-A55D-B8DEF2CDA276}" destId="{755721D5-87A5-4FFB-8E2C-7B1D5049007C}" srcOrd="0" destOrd="0" presId="urn:microsoft.com/office/officeart/2005/8/layout/process4"/>
    <dgm:cxn modelId="{46063A5B-76EC-4973-97FC-1FA53834312B}" srcId="{B688F245-040A-48D8-B80D-2EA41D1C9D72}" destId="{E00E86E3-988E-46A6-A55D-B8DEF2CDA276}" srcOrd="1" destOrd="0" parTransId="{02000F8C-FD18-4E71-A722-86D59978EC12}" sibTransId="{957AA04C-F1E1-47BB-8B23-4C4284E32DC9}"/>
    <dgm:cxn modelId="{43C24F5C-DC99-406A-B07B-FBF74DDDC74E}" srcId="{74A1B0C1-73E9-4D6D-9CF4-EA8EE3C1D29D}" destId="{2AAFE085-868A-4371-BB5B-F3B9CB1BF5F0}" srcOrd="0" destOrd="0" parTransId="{9E414859-6DA9-48D7-868D-CE7A65433882}" sibTransId="{17153CE8-03C1-4424-BEED-481AB660D762}"/>
    <dgm:cxn modelId="{A2629062-135D-49CC-9C84-0DBEDAFBB241}" type="presOf" srcId="{CE47C073-6138-4324-BAFD-008540BE9BAA}" destId="{82791FDF-783D-4B41-AA8A-FC4319FD544A}" srcOrd="0" destOrd="0" presId="urn:microsoft.com/office/officeart/2005/8/layout/process4"/>
    <dgm:cxn modelId="{0C9DF26C-5D6C-4E6B-AE73-8045ACAED1B4}" type="presOf" srcId="{E00E86E3-988E-46A6-A55D-B8DEF2CDA276}" destId="{1CFF8CFF-F450-4332-BF6F-AF6E080F6EB4}" srcOrd="1" destOrd="0" presId="urn:microsoft.com/office/officeart/2005/8/layout/process4"/>
    <dgm:cxn modelId="{8C91A74F-D68F-4211-8DEE-026793313F1C}" type="presOf" srcId="{7E8F55AE-F200-4E11-96C0-A2120098A06D}" destId="{530FBB3C-0AA4-4914-BBE0-DCB34DD2DEAD}" srcOrd="0" destOrd="0" presId="urn:microsoft.com/office/officeart/2005/8/layout/process4"/>
    <dgm:cxn modelId="{1A0B6776-5378-4DF8-96B2-EDD267F75429}" srcId="{74A1B0C1-73E9-4D6D-9CF4-EA8EE3C1D29D}" destId="{3EBB858D-57C0-499C-A1B9-1C42DD205F5A}" srcOrd="1" destOrd="0" parTransId="{5870583E-32C1-46B8-A07F-92D96E5D38A0}" sibTransId="{FFBACE4A-03B1-46DD-8CB0-012E22728A43}"/>
    <dgm:cxn modelId="{2B13FB77-EB9E-4816-978C-AF436AB0DC2C}" type="presOf" srcId="{B688F245-040A-48D8-B80D-2EA41D1C9D72}" destId="{ED2294DB-5A7E-48EA-B4CA-6B2148291A6E}" srcOrd="0" destOrd="0" presId="urn:microsoft.com/office/officeart/2005/8/layout/process4"/>
    <dgm:cxn modelId="{33E3197F-5FE1-4748-93F4-3249634D747D}" type="presOf" srcId="{449D1A20-69F0-4A05-B471-869BB6C011EF}" destId="{623D278A-EF00-43C1-B96E-DE8E5FAD6C42}" srcOrd="0" destOrd="0" presId="urn:microsoft.com/office/officeart/2005/8/layout/process4"/>
    <dgm:cxn modelId="{62450480-0305-4C3B-A395-7D8950A82E7E}" srcId="{B688F245-040A-48D8-B80D-2EA41D1C9D72}" destId="{74A1B0C1-73E9-4D6D-9CF4-EA8EE3C1D29D}" srcOrd="0" destOrd="0" parTransId="{DD7937A9-D1A3-4B87-BB74-DC7756239F40}" sibTransId="{3DBDFD0A-C5C4-446E-ACF0-E750DFFB8FEB}"/>
    <dgm:cxn modelId="{0585D581-0EC3-493F-A182-98C81B8F1BD3}" srcId="{E00E86E3-988E-46A6-A55D-B8DEF2CDA276}" destId="{CE47C073-6138-4324-BAFD-008540BE9BAA}" srcOrd="0" destOrd="0" parTransId="{08682476-4B47-4EF0-A64F-D3DC4AE32310}" sibTransId="{F39FEC1D-9E17-479F-BCE2-A79D49AACD90}"/>
    <dgm:cxn modelId="{6B6072BC-7C38-4B5C-8322-75F62EC648B6}" type="presOf" srcId="{3EBB858D-57C0-499C-A1B9-1C42DD205F5A}" destId="{6D57A7BD-8372-4251-B9DF-50727501D7D0}" srcOrd="0" destOrd="0" presId="urn:microsoft.com/office/officeart/2005/8/layout/process4"/>
    <dgm:cxn modelId="{7EB583C7-988D-499B-BA59-FA2936F8211E}" srcId="{E00E86E3-988E-46A6-A55D-B8DEF2CDA276}" destId="{7E8F55AE-F200-4E11-96C0-A2120098A06D}" srcOrd="1" destOrd="0" parTransId="{EF34FA98-05B6-4A29-8C75-A8EEC5528F82}" sibTransId="{78EF2634-50EF-40F0-B2F9-C17849BB426F}"/>
    <dgm:cxn modelId="{7FC512DE-457B-4670-8DFF-B15F3CB4E017}" type="presOf" srcId="{74A1B0C1-73E9-4D6D-9CF4-EA8EE3C1D29D}" destId="{2DD6B192-8EC0-42C7-8180-74EAD343584C}" srcOrd="0" destOrd="0" presId="urn:microsoft.com/office/officeart/2005/8/layout/process4"/>
    <dgm:cxn modelId="{87C400E6-6656-4166-9659-2435970680DF}" type="presOf" srcId="{74A1B0C1-73E9-4D6D-9CF4-EA8EE3C1D29D}" destId="{617E2B35-7455-40D7-804A-C2FBCA2413B5}" srcOrd="1" destOrd="0" presId="urn:microsoft.com/office/officeart/2005/8/layout/process4"/>
    <dgm:cxn modelId="{EC355EB8-AF46-4AB1-B256-DF4A38153169}" type="presParOf" srcId="{ED2294DB-5A7E-48EA-B4CA-6B2148291A6E}" destId="{EFBC77EC-99BA-4F88-BCBA-B6F4ACEBF690}" srcOrd="0" destOrd="0" presId="urn:microsoft.com/office/officeart/2005/8/layout/process4"/>
    <dgm:cxn modelId="{C030BDE3-572E-42C4-BB18-D2E18B445747}" type="presParOf" srcId="{EFBC77EC-99BA-4F88-BCBA-B6F4ACEBF690}" destId="{755721D5-87A5-4FFB-8E2C-7B1D5049007C}" srcOrd="0" destOrd="0" presId="urn:microsoft.com/office/officeart/2005/8/layout/process4"/>
    <dgm:cxn modelId="{5959B2D7-A655-4C23-B9B2-F8BF109EF226}" type="presParOf" srcId="{EFBC77EC-99BA-4F88-BCBA-B6F4ACEBF690}" destId="{1CFF8CFF-F450-4332-BF6F-AF6E080F6EB4}" srcOrd="1" destOrd="0" presId="urn:microsoft.com/office/officeart/2005/8/layout/process4"/>
    <dgm:cxn modelId="{69BDD2B3-173A-4A4B-BA30-7FE6FCD76A66}" type="presParOf" srcId="{EFBC77EC-99BA-4F88-BCBA-B6F4ACEBF690}" destId="{3D54AA02-724F-44B7-A98B-3E4195DC6AAB}" srcOrd="2" destOrd="0" presId="urn:microsoft.com/office/officeart/2005/8/layout/process4"/>
    <dgm:cxn modelId="{FE0F68AA-FD3B-4595-9EB2-51F6EBE12A8D}" type="presParOf" srcId="{3D54AA02-724F-44B7-A98B-3E4195DC6AAB}" destId="{82791FDF-783D-4B41-AA8A-FC4319FD544A}" srcOrd="0" destOrd="0" presId="urn:microsoft.com/office/officeart/2005/8/layout/process4"/>
    <dgm:cxn modelId="{93A2C226-684D-4D5C-8782-A3E58580BAB9}" type="presParOf" srcId="{3D54AA02-724F-44B7-A98B-3E4195DC6AAB}" destId="{530FBB3C-0AA4-4914-BBE0-DCB34DD2DEAD}" srcOrd="1" destOrd="0" presId="urn:microsoft.com/office/officeart/2005/8/layout/process4"/>
    <dgm:cxn modelId="{BA9CE640-51F2-4E8B-8F0F-5F7A11BFDF8B}" type="presParOf" srcId="{ED2294DB-5A7E-48EA-B4CA-6B2148291A6E}" destId="{2FE87F56-F59C-4E12-A08C-5302246CC0F9}" srcOrd="1" destOrd="0" presId="urn:microsoft.com/office/officeart/2005/8/layout/process4"/>
    <dgm:cxn modelId="{B9EFF1D0-2B94-4388-B440-E0FC1E8B4D5C}" type="presParOf" srcId="{ED2294DB-5A7E-48EA-B4CA-6B2148291A6E}" destId="{4A8C4DAF-44FD-4004-A8E0-A3FCC4C1DEC5}" srcOrd="2" destOrd="0" presId="urn:microsoft.com/office/officeart/2005/8/layout/process4"/>
    <dgm:cxn modelId="{B960E8F0-89C2-4B0B-A2FB-DB2444C75565}" type="presParOf" srcId="{4A8C4DAF-44FD-4004-A8E0-A3FCC4C1DEC5}" destId="{2DD6B192-8EC0-42C7-8180-74EAD343584C}" srcOrd="0" destOrd="0" presId="urn:microsoft.com/office/officeart/2005/8/layout/process4"/>
    <dgm:cxn modelId="{8FAC4991-FC1F-460C-8E22-952AAB5D13AE}" type="presParOf" srcId="{4A8C4DAF-44FD-4004-A8E0-A3FCC4C1DEC5}" destId="{617E2B35-7455-40D7-804A-C2FBCA2413B5}" srcOrd="1" destOrd="0" presId="urn:microsoft.com/office/officeart/2005/8/layout/process4"/>
    <dgm:cxn modelId="{84116889-460F-4CAF-A766-24327220461F}" type="presParOf" srcId="{4A8C4DAF-44FD-4004-A8E0-A3FCC4C1DEC5}" destId="{C216DA0F-0397-4494-9D70-7F1460B25437}" srcOrd="2" destOrd="0" presId="urn:microsoft.com/office/officeart/2005/8/layout/process4"/>
    <dgm:cxn modelId="{ABC653C1-681E-4E3D-AE4B-D8CE1D7EB1FE}" type="presParOf" srcId="{C216DA0F-0397-4494-9D70-7F1460B25437}" destId="{B96C822A-313A-4FFB-9274-0845AF18E72F}" srcOrd="0" destOrd="0" presId="urn:microsoft.com/office/officeart/2005/8/layout/process4"/>
    <dgm:cxn modelId="{DA89C628-B190-4A6B-B227-A10B8E7506EF}" type="presParOf" srcId="{C216DA0F-0397-4494-9D70-7F1460B25437}" destId="{6D57A7BD-8372-4251-B9DF-50727501D7D0}" srcOrd="1" destOrd="0" presId="urn:microsoft.com/office/officeart/2005/8/layout/process4"/>
    <dgm:cxn modelId="{2FC43EED-57B1-4CD2-892B-475D1811A70A}" type="presParOf" srcId="{C216DA0F-0397-4494-9D70-7F1460B25437}" destId="{623D278A-EF00-43C1-B96E-DE8E5FAD6C42}" srcOrd="2"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A1610A-1CA6-4348-8C24-7A644BA72200}"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96AB103-A196-4769-8D0E-900E79E7E898}">
      <dgm:prSet/>
      <dgm:spPr/>
      <dgm:t>
        <a:bodyPr/>
        <a:lstStyle/>
        <a:p>
          <a:r>
            <a:rPr lang="en-US" i="0" baseline="0"/>
            <a:t>Real-Time Monitoring System</a:t>
          </a:r>
          <a:endParaRPr lang="en-US"/>
        </a:p>
      </dgm:t>
    </dgm:pt>
    <dgm:pt modelId="{4B476884-5626-4132-8403-6042CAFFAA78}" type="parTrans" cxnId="{41784881-6886-4128-B0CE-6A1A351468B3}">
      <dgm:prSet/>
      <dgm:spPr/>
      <dgm:t>
        <a:bodyPr/>
        <a:lstStyle/>
        <a:p>
          <a:endParaRPr lang="en-US"/>
        </a:p>
      </dgm:t>
    </dgm:pt>
    <dgm:pt modelId="{3AE37ED3-32CE-4B54-BC8C-0693A97CF645}" type="sibTrans" cxnId="{41784881-6886-4128-B0CE-6A1A351468B3}">
      <dgm:prSet/>
      <dgm:spPr/>
      <dgm:t>
        <a:bodyPr/>
        <a:lstStyle/>
        <a:p>
          <a:endParaRPr lang="en-US"/>
        </a:p>
      </dgm:t>
    </dgm:pt>
    <dgm:pt modelId="{D6F9089F-0091-4C30-B6B2-16832ECD9759}">
      <dgm:prSet/>
      <dgm:spPr/>
      <dgm:t>
        <a:bodyPr/>
        <a:lstStyle/>
        <a:p>
          <a:r>
            <a:rPr lang="en-US" i="0" baseline="0"/>
            <a:t>Automated fault detection using sensors.</a:t>
          </a:r>
          <a:endParaRPr lang="en-US"/>
        </a:p>
      </dgm:t>
    </dgm:pt>
    <dgm:pt modelId="{BC3A6C32-8CCD-4306-A0EA-6A5795A1DEAE}" type="parTrans" cxnId="{800D8534-BACF-4887-8890-1910DE8C62B7}">
      <dgm:prSet/>
      <dgm:spPr/>
      <dgm:t>
        <a:bodyPr/>
        <a:lstStyle/>
        <a:p>
          <a:endParaRPr lang="en-US"/>
        </a:p>
      </dgm:t>
    </dgm:pt>
    <dgm:pt modelId="{A7843F7F-A15D-4B30-BD4F-647AE29B9F9A}" type="sibTrans" cxnId="{800D8534-BACF-4887-8890-1910DE8C62B7}">
      <dgm:prSet/>
      <dgm:spPr/>
      <dgm:t>
        <a:bodyPr/>
        <a:lstStyle/>
        <a:p>
          <a:endParaRPr lang="en-US"/>
        </a:p>
      </dgm:t>
    </dgm:pt>
    <dgm:pt modelId="{85A224B2-D006-4FB0-B271-ABFA5D0098A2}">
      <dgm:prSet/>
      <dgm:spPr/>
      <dgm:t>
        <a:bodyPr/>
        <a:lstStyle/>
        <a:p>
          <a:r>
            <a:rPr lang="en-US" i="0" baseline="0"/>
            <a:t>Alerts through IoT-enabled notifications.</a:t>
          </a:r>
          <a:endParaRPr lang="en-US"/>
        </a:p>
      </dgm:t>
    </dgm:pt>
    <dgm:pt modelId="{245B2D72-7EB5-4ECB-B293-008F03E05E47}" type="parTrans" cxnId="{11952080-8CFB-461E-81DC-0450800E52E7}">
      <dgm:prSet/>
      <dgm:spPr/>
      <dgm:t>
        <a:bodyPr/>
        <a:lstStyle/>
        <a:p>
          <a:endParaRPr lang="en-US"/>
        </a:p>
      </dgm:t>
    </dgm:pt>
    <dgm:pt modelId="{5C59D22D-04EF-4649-966B-C938253CCD70}" type="sibTrans" cxnId="{11952080-8CFB-461E-81DC-0450800E52E7}">
      <dgm:prSet/>
      <dgm:spPr/>
      <dgm:t>
        <a:bodyPr/>
        <a:lstStyle/>
        <a:p>
          <a:endParaRPr lang="en-US"/>
        </a:p>
      </dgm:t>
    </dgm:pt>
    <dgm:pt modelId="{540CC646-5CCE-4CEA-AB59-A943FD8151AB}">
      <dgm:prSet/>
      <dgm:spPr/>
      <dgm:t>
        <a:bodyPr/>
        <a:lstStyle/>
        <a:p>
          <a:r>
            <a:rPr lang="en-US" i="0" baseline="0"/>
            <a:t>Scalable, energy-efficient design.</a:t>
          </a:r>
          <a:endParaRPr lang="en-US"/>
        </a:p>
      </dgm:t>
    </dgm:pt>
    <dgm:pt modelId="{B8CEA97B-5F14-44AA-82D4-B83DB6A5FEAC}" type="parTrans" cxnId="{F908A5E5-C1BC-4793-9DE4-3DA9C24D621E}">
      <dgm:prSet/>
      <dgm:spPr/>
      <dgm:t>
        <a:bodyPr/>
        <a:lstStyle/>
        <a:p>
          <a:endParaRPr lang="en-US"/>
        </a:p>
      </dgm:t>
    </dgm:pt>
    <dgm:pt modelId="{0916FC2D-A631-4122-8F67-4E9425C7451B}" type="sibTrans" cxnId="{F908A5E5-C1BC-4793-9DE4-3DA9C24D621E}">
      <dgm:prSet/>
      <dgm:spPr/>
      <dgm:t>
        <a:bodyPr/>
        <a:lstStyle/>
        <a:p>
          <a:endParaRPr lang="en-US"/>
        </a:p>
      </dgm:t>
    </dgm:pt>
    <dgm:pt modelId="{C7C771FE-04D2-4002-AB20-0D2DF8E9F3FB}" type="pres">
      <dgm:prSet presAssocID="{E6A1610A-1CA6-4348-8C24-7A644BA72200}" presName="linear" presStyleCnt="0">
        <dgm:presLayoutVars>
          <dgm:animLvl val="lvl"/>
          <dgm:resizeHandles val="exact"/>
        </dgm:presLayoutVars>
      </dgm:prSet>
      <dgm:spPr/>
    </dgm:pt>
    <dgm:pt modelId="{6D38E62F-0E6E-402F-9F4F-E0E777C294C0}" type="pres">
      <dgm:prSet presAssocID="{396AB103-A196-4769-8D0E-900E79E7E898}" presName="parentText" presStyleLbl="node1" presStyleIdx="0" presStyleCnt="4">
        <dgm:presLayoutVars>
          <dgm:chMax val="0"/>
          <dgm:bulletEnabled val="1"/>
        </dgm:presLayoutVars>
      </dgm:prSet>
      <dgm:spPr/>
    </dgm:pt>
    <dgm:pt modelId="{9B6590CA-C308-4BE4-A6DF-0EAAE2E82DF3}" type="pres">
      <dgm:prSet presAssocID="{3AE37ED3-32CE-4B54-BC8C-0693A97CF645}" presName="spacer" presStyleCnt="0"/>
      <dgm:spPr/>
    </dgm:pt>
    <dgm:pt modelId="{5E2CC0F3-791B-4440-859E-73A6C3318124}" type="pres">
      <dgm:prSet presAssocID="{D6F9089F-0091-4C30-B6B2-16832ECD9759}" presName="parentText" presStyleLbl="node1" presStyleIdx="1" presStyleCnt="4">
        <dgm:presLayoutVars>
          <dgm:chMax val="0"/>
          <dgm:bulletEnabled val="1"/>
        </dgm:presLayoutVars>
      </dgm:prSet>
      <dgm:spPr/>
    </dgm:pt>
    <dgm:pt modelId="{4EE5ADB1-C69F-4804-BB27-934B4C949188}" type="pres">
      <dgm:prSet presAssocID="{A7843F7F-A15D-4B30-BD4F-647AE29B9F9A}" presName="spacer" presStyleCnt="0"/>
      <dgm:spPr/>
    </dgm:pt>
    <dgm:pt modelId="{F74225D8-7BD6-4385-AFE8-F926648628A8}" type="pres">
      <dgm:prSet presAssocID="{85A224B2-D006-4FB0-B271-ABFA5D0098A2}" presName="parentText" presStyleLbl="node1" presStyleIdx="2" presStyleCnt="4">
        <dgm:presLayoutVars>
          <dgm:chMax val="0"/>
          <dgm:bulletEnabled val="1"/>
        </dgm:presLayoutVars>
      </dgm:prSet>
      <dgm:spPr/>
    </dgm:pt>
    <dgm:pt modelId="{533B851B-00D5-4C06-881D-C7DE89285720}" type="pres">
      <dgm:prSet presAssocID="{5C59D22D-04EF-4649-966B-C938253CCD70}" presName="spacer" presStyleCnt="0"/>
      <dgm:spPr/>
    </dgm:pt>
    <dgm:pt modelId="{6DBA9C62-DA3F-4C62-9625-4177B18DB7E6}" type="pres">
      <dgm:prSet presAssocID="{540CC646-5CCE-4CEA-AB59-A943FD8151AB}" presName="parentText" presStyleLbl="node1" presStyleIdx="3" presStyleCnt="4">
        <dgm:presLayoutVars>
          <dgm:chMax val="0"/>
          <dgm:bulletEnabled val="1"/>
        </dgm:presLayoutVars>
      </dgm:prSet>
      <dgm:spPr/>
    </dgm:pt>
  </dgm:ptLst>
  <dgm:cxnLst>
    <dgm:cxn modelId="{18445810-82E5-4912-A45A-CAB9617D2FB0}" type="presOf" srcId="{85A224B2-D006-4FB0-B271-ABFA5D0098A2}" destId="{F74225D8-7BD6-4385-AFE8-F926648628A8}" srcOrd="0" destOrd="0" presId="urn:microsoft.com/office/officeart/2005/8/layout/vList2"/>
    <dgm:cxn modelId="{800D8534-BACF-4887-8890-1910DE8C62B7}" srcId="{E6A1610A-1CA6-4348-8C24-7A644BA72200}" destId="{D6F9089F-0091-4C30-B6B2-16832ECD9759}" srcOrd="1" destOrd="0" parTransId="{BC3A6C32-8CCD-4306-A0EA-6A5795A1DEAE}" sibTransId="{A7843F7F-A15D-4B30-BD4F-647AE29B9F9A}"/>
    <dgm:cxn modelId="{6B281F37-AFA4-484C-A689-BE4A8B2269CB}" type="presOf" srcId="{396AB103-A196-4769-8D0E-900E79E7E898}" destId="{6D38E62F-0E6E-402F-9F4F-E0E777C294C0}" srcOrd="0" destOrd="0" presId="urn:microsoft.com/office/officeart/2005/8/layout/vList2"/>
    <dgm:cxn modelId="{11952080-8CFB-461E-81DC-0450800E52E7}" srcId="{E6A1610A-1CA6-4348-8C24-7A644BA72200}" destId="{85A224B2-D006-4FB0-B271-ABFA5D0098A2}" srcOrd="2" destOrd="0" parTransId="{245B2D72-7EB5-4ECB-B293-008F03E05E47}" sibTransId="{5C59D22D-04EF-4649-966B-C938253CCD70}"/>
    <dgm:cxn modelId="{41784881-6886-4128-B0CE-6A1A351468B3}" srcId="{E6A1610A-1CA6-4348-8C24-7A644BA72200}" destId="{396AB103-A196-4769-8D0E-900E79E7E898}" srcOrd="0" destOrd="0" parTransId="{4B476884-5626-4132-8403-6042CAFFAA78}" sibTransId="{3AE37ED3-32CE-4B54-BC8C-0693A97CF645}"/>
    <dgm:cxn modelId="{59D0289B-8135-4D6B-BD9C-FBA1588A80AE}" type="presOf" srcId="{D6F9089F-0091-4C30-B6B2-16832ECD9759}" destId="{5E2CC0F3-791B-4440-859E-73A6C3318124}" srcOrd="0" destOrd="0" presId="urn:microsoft.com/office/officeart/2005/8/layout/vList2"/>
    <dgm:cxn modelId="{F908A5E5-C1BC-4793-9DE4-3DA9C24D621E}" srcId="{E6A1610A-1CA6-4348-8C24-7A644BA72200}" destId="{540CC646-5CCE-4CEA-AB59-A943FD8151AB}" srcOrd="3" destOrd="0" parTransId="{B8CEA97B-5F14-44AA-82D4-B83DB6A5FEAC}" sibTransId="{0916FC2D-A631-4122-8F67-4E9425C7451B}"/>
    <dgm:cxn modelId="{2F64F1E7-9BA4-434C-9D33-5545AB8FE115}" type="presOf" srcId="{E6A1610A-1CA6-4348-8C24-7A644BA72200}" destId="{C7C771FE-04D2-4002-AB20-0D2DF8E9F3FB}" srcOrd="0" destOrd="0" presId="urn:microsoft.com/office/officeart/2005/8/layout/vList2"/>
    <dgm:cxn modelId="{26A8B5E8-AEA0-43C9-966C-7B24DA9253FD}" type="presOf" srcId="{540CC646-5CCE-4CEA-AB59-A943FD8151AB}" destId="{6DBA9C62-DA3F-4C62-9625-4177B18DB7E6}" srcOrd="0" destOrd="0" presId="urn:microsoft.com/office/officeart/2005/8/layout/vList2"/>
    <dgm:cxn modelId="{F5D89019-99C3-45FC-92DA-23C243982106}" type="presParOf" srcId="{C7C771FE-04D2-4002-AB20-0D2DF8E9F3FB}" destId="{6D38E62F-0E6E-402F-9F4F-E0E777C294C0}" srcOrd="0" destOrd="0" presId="urn:microsoft.com/office/officeart/2005/8/layout/vList2"/>
    <dgm:cxn modelId="{E4B00E02-A9F1-4240-A448-DDA7D77A0693}" type="presParOf" srcId="{C7C771FE-04D2-4002-AB20-0D2DF8E9F3FB}" destId="{9B6590CA-C308-4BE4-A6DF-0EAAE2E82DF3}" srcOrd="1" destOrd="0" presId="urn:microsoft.com/office/officeart/2005/8/layout/vList2"/>
    <dgm:cxn modelId="{EB8B3BF4-4E80-424A-A3E6-53C1411269CD}" type="presParOf" srcId="{C7C771FE-04D2-4002-AB20-0D2DF8E9F3FB}" destId="{5E2CC0F3-791B-4440-859E-73A6C3318124}" srcOrd="2" destOrd="0" presId="urn:microsoft.com/office/officeart/2005/8/layout/vList2"/>
    <dgm:cxn modelId="{C6B7BD03-3B4E-4DA1-9F12-FD3DAF38CABC}" type="presParOf" srcId="{C7C771FE-04D2-4002-AB20-0D2DF8E9F3FB}" destId="{4EE5ADB1-C69F-4804-BB27-934B4C949188}" srcOrd="3" destOrd="0" presId="urn:microsoft.com/office/officeart/2005/8/layout/vList2"/>
    <dgm:cxn modelId="{972CF0CC-0ACD-4770-B74B-479379379421}" type="presParOf" srcId="{C7C771FE-04D2-4002-AB20-0D2DF8E9F3FB}" destId="{F74225D8-7BD6-4385-AFE8-F926648628A8}" srcOrd="4" destOrd="0" presId="urn:microsoft.com/office/officeart/2005/8/layout/vList2"/>
    <dgm:cxn modelId="{D442D5AE-9FD9-4CC0-B055-D30545D53D7F}" type="presParOf" srcId="{C7C771FE-04D2-4002-AB20-0D2DF8E9F3FB}" destId="{533B851B-00D5-4C06-881D-C7DE89285720}" srcOrd="5" destOrd="0" presId="urn:microsoft.com/office/officeart/2005/8/layout/vList2"/>
    <dgm:cxn modelId="{F91BCF1C-9ADD-4060-83A8-585FA295489C}" type="presParOf" srcId="{C7C771FE-04D2-4002-AB20-0D2DF8E9F3FB}" destId="{6DBA9C62-DA3F-4C62-9625-4177B18DB7E6}"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9DBE5D5-F587-46CF-97A3-CF5540E3389F}"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9E9B2499-A0CB-4924-B00D-14AC68228D8E}">
      <dgm:prSet/>
      <dgm:spPr/>
      <dgm:t>
        <a:bodyPr/>
        <a:lstStyle/>
        <a:p>
          <a:r>
            <a:rPr lang="en-US" b="1" dirty="0"/>
            <a:t>Sensors</a:t>
          </a:r>
          <a:r>
            <a:rPr lang="en-US" dirty="0"/>
            <a:t>: Measure soil moisture, voltage, current, and continuity.</a:t>
          </a:r>
        </a:p>
      </dgm:t>
    </dgm:pt>
    <dgm:pt modelId="{95F01DC6-E21C-457F-A628-A0E39F873D91}" type="parTrans" cxnId="{1DDA9971-A6D3-455D-BDBB-F9F3D41A1D9C}">
      <dgm:prSet/>
      <dgm:spPr/>
      <dgm:t>
        <a:bodyPr/>
        <a:lstStyle/>
        <a:p>
          <a:endParaRPr lang="en-US"/>
        </a:p>
      </dgm:t>
    </dgm:pt>
    <dgm:pt modelId="{4BCB4492-6586-433F-8ECF-2E430D7AF260}" type="sibTrans" cxnId="{1DDA9971-A6D3-455D-BDBB-F9F3D41A1D9C}">
      <dgm:prSet/>
      <dgm:spPr/>
      <dgm:t>
        <a:bodyPr/>
        <a:lstStyle/>
        <a:p>
          <a:endParaRPr lang="en-US"/>
        </a:p>
      </dgm:t>
    </dgm:pt>
    <dgm:pt modelId="{316780BC-187E-4C76-B2A8-28A459E1B4F5}">
      <dgm:prSet/>
      <dgm:spPr/>
      <dgm:t>
        <a:bodyPr/>
        <a:lstStyle/>
        <a:p>
          <a:r>
            <a:rPr lang="en-US" b="1" dirty="0"/>
            <a:t>Microcontroller(ESP32)</a:t>
          </a:r>
          <a:r>
            <a:rPr lang="en-US" dirty="0"/>
            <a:t>: Processes sensor data.</a:t>
          </a:r>
        </a:p>
      </dgm:t>
    </dgm:pt>
    <dgm:pt modelId="{3B002C61-B4DE-4766-BEA8-7BD9600A947E}" type="parTrans" cxnId="{E3ED0299-1E7B-4347-8AE4-385DB9F1AA2D}">
      <dgm:prSet/>
      <dgm:spPr/>
      <dgm:t>
        <a:bodyPr/>
        <a:lstStyle/>
        <a:p>
          <a:endParaRPr lang="en-US"/>
        </a:p>
      </dgm:t>
    </dgm:pt>
    <dgm:pt modelId="{943BACD5-935F-4391-8B86-3F93B4423A8E}" type="sibTrans" cxnId="{E3ED0299-1E7B-4347-8AE4-385DB9F1AA2D}">
      <dgm:prSet/>
      <dgm:spPr/>
      <dgm:t>
        <a:bodyPr/>
        <a:lstStyle/>
        <a:p>
          <a:endParaRPr lang="en-US"/>
        </a:p>
      </dgm:t>
    </dgm:pt>
    <dgm:pt modelId="{635D9B34-8E18-4E2C-AD1B-D35C8E85ECB2}">
      <dgm:prSet/>
      <dgm:spPr/>
      <dgm:t>
        <a:bodyPr/>
        <a:lstStyle/>
        <a:p>
          <a:r>
            <a:rPr lang="en-US" b="1" dirty="0"/>
            <a:t>IoT Module</a:t>
          </a:r>
          <a:r>
            <a:rPr lang="en-US" dirty="0"/>
            <a:t>: Sends alerts to the cloud or mobile devices.</a:t>
          </a:r>
        </a:p>
      </dgm:t>
    </dgm:pt>
    <dgm:pt modelId="{C956F00A-90A0-47BA-8538-773052B6DDE2}" type="parTrans" cxnId="{3EFCF901-3119-4422-9283-1D830B107B59}">
      <dgm:prSet/>
      <dgm:spPr/>
      <dgm:t>
        <a:bodyPr/>
        <a:lstStyle/>
        <a:p>
          <a:endParaRPr lang="en-US"/>
        </a:p>
      </dgm:t>
    </dgm:pt>
    <dgm:pt modelId="{86A368A8-2D19-419F-A1D0-8279CEFB5328}" type="sibTrans" cxnId="{3EFCF901-3119-4422-9283-1D830B107B59}">
      <dgm:prSet/>
      <dgm:spPr/>
      <dgm:t>
        <a:bodyPr/>
        <a:lstStyle/>
        <a:p>
          <a:endParaRPr lang="en-US"/>
        </a:p>
      </dgm:t>
    </dgm:pt>
    <dgm:pt modelId="{522AFD4D-469F-479A-818E-2A95252F4173}">
      <dgm:prSet/>
      <dgm:spPr/>
      <dgm:t>
        <a:bodyPr/>
        <a:lstStyle/>
        <a:p>
          <a:r>
            <a:rPr lang="en-US" b="1" dirty="0"/>
            <a:t>Power Source</a:t>
          </a:r>
          <a:r>
            <a:rPr lang="en-US" dirty="0"/>
            <a:t>: USB type power source through charger/5v rechargeable battery</a:t>
          </a:r>
        </a:p>
      </dgm:t>
    </dgm:pt>
    <dgm:pt modelId="{7724E48A-D408-4720-BDDF-7D32020F1F76}" type="parTrans" cxnId="{9490A785-4C59-44CA-A3A0-67EE5D95A91C}">
      <dgm:prSet/>
      <dgm:spPr/>
      <dgm:t>
        <a:bodyPr/>
        <a:lstStyle/>
        <a:p>
          <a:endParaRPr lang="en-US"/>
        </a:p>
      </dgm:t>
    </dgm:pt>
    <dgm:pt modelId="{48CB2968-C97E-46A4-BBCE-7AE6DFE39834}" type="sibTrans" cxnId="{9490A785-4C59-44CA-A3A0-67EE5D95A91C}">
      <dgm:prSet/>
      <dgm:spPr/>
      <dgm:t>
        <a:bodyPr/>
        <a:lstStyle/>
        <a:p>
          <a:endParaRPr lang="en-US"/>
        </a:p>
      </dgm:t>
    </dgm:pt>
    <dgm:pt modelId="{09BED35D-9E01-4967-A391-C6B2EA6E7DD4}" type="pres">
      <dgm:prSet presAssocID="{B9DBE5D5-F587-46CF-97A3-CF5540E3389F}" presName="vert0" presStyleCnt="0">
        <dgm:presLayoutVars>
          <dgm:dir/>
          <dgm:animOne val="branch"/>
          <dgm:animLvl val="lvl"/>
        </dgm:presLayoutVars>
      </dgm:prSet>
      <dgm:spPr/>
    </dgm:pt>
    <dgm:pt modelId="{CC54F1D3-DF00-4646-AFFF-8ED4CA4EFB2A}" type="pres">
      <dgm:prSet presAssocID="{9E9B2499-A0CB-4924-B00D-14AC68228D8E}" presName="thickLine" presStyleLbl="alignNode1" presStyleIdx="0" presStyleCnt="4"/>
      <dgm:spPr/>
    </dgm:pt>
    <dgm:pt modelId="{D6EAB371-30AA-4089-8F74-6AB735A6620F}" type="pres">
      <dgm:prSet presAssocID="{9E9B2499-A0CB-4924-B00D-14AC68228D8E}" presName="horz1" presStyleCnt="0"/>
      <dgm:spPr/>
    </dgm:pt>
    <dgm:pt modelId="{D5293ACA-DFF2-44F9-9365-D64F7671E537}" type="pres">
      <dgm:prSet presAssocID="{9E9B2499-A0CB-4924-B00D-14AC68228D8E}" presName="tx1" presStyleLbl="revTx" presStyleIdx="0" presStyleCnt="4"/>
      <dgm:spPr/>
    </dgm:pt>
    <dgm:pt modelId="{1346D417-7003-4E1D-A68A-5BF860C3CD85}" type="pres">
      <dgm:prSet presAssocID="{9E9B2499-A0CB-4924-B00D-14AC68228D8E}" presName="vert1" presStyleCnt="0"/>
      <dgm:spPr/>
    </dgm:pt>
    <dgm:pt modelId="{21C0E694-2F0E-494C-8859-DCBBD493843A}" type="pres">
      <dgm:prSet presAssocID="{316780BC-187E-4C76-B2A8-28A459E1B4F5}" presName="thickLine" presStyleLbl="alignNode1" presStyleIdx="1" presStyleCnt="4"/>
      <dgm:spPr/>
    </dgm:pt>
    <dgm:pt modelId="{6B2233B1-4A78-4D74-AAFC-D04B8E0BE3C6}" type="pres">
      <dgm:prSet presAssocID="{316780BC-187E-4C76-B2A8-28A459E1B4F5}" presName="horz1" presStyleCnt="0"/>
      <dgm:spPr/>
    </dgm:pt>
    <dgm:pt modelId="{EBED4826-2FF8-407E-8FFC-F8C2AFE44DA2}" type="pres">
      <dgm:prSet presAssocID="{316780BC-187E-4C76-B2A8-28A459E1B4F5}" presName="tx1" presStyleLbl="revTx" presStyleIdx="1" presStyleCnt="4"/>
      <dgm:spPr/>
    </dgm:pt>
    <dgm:pt modelId="{9C6A3627-4415-4F05-BA51-5663A9FE64CB}" type="pres">
      <dgm:prSet presAssocID="{316780BC-187E-4C76-B2A8-28A459E1B4F5}" presName="vert1" presStyleCnt="0"/>
      <dgm:spPr/>
    </dgm:pt>
    <dgm:pt modelId="{34FD331A-F9A8-4E8E-A075-F13B8FFA40AF}" type="pres">
      <dgm:prSet presAssocID="{635D9B34-8E18-4E2C-AD1B-D35C8E85ECB2}" presName="thickLine" presStyleLbl="alignNode1" presStyleIdx="2" presStyleCnt="4"/>
      <dgm:spPr/>
    </dgm:pt>
    <dgm:pt modelId="{F9BB47C2-07F5-406A-8F9D-190F0DF3DBA9}" type="pres">
      <dgm:prSet presAssocID="{635D9B34-8E18-4E2C-AD1B-D35C8E85ECB2}" presName="horz1" presStyleCnt="0"/>
      <dgm:spPr/>
    </dgm:pt>
    <dgm:pt modelId="{A3D80542-87B0-41A0-A19C-6356384F5EDB}" type="pres">
      <dgm:prSet presAssocID="{635D9B34-8E18-4E2C-AD1B-D35C8E85ECB2}" presName="tx1" presStyleLbl="revTx" presStyleIdx="2" presStyleCnt="4"/>
      <dgm:spPr/>
    </dgm:pt>
    <dgm:pt modelId="{EAEBCCDD-A326-4CFD-B1E1-BA4944C80147}" type="pres">
      <dgm:prSet presAssocID="{635D9B34-8E18-4E2C-AD1B-D35C8E85ECB2}" presName="vert1" presStyleCnt="0"/>
      <dgm:spPr/>
    </dgm:pt>
    <dgm:pt modelId="{5E3DD6E2-10F6-4177-BDA8-E28EAC9D0499}" type="pres">
      <dgm:prSet presAssocID="{522AFD4D-469F-479A-818E-2A95252F4173}" presName="thickLine" presStyleLbl="alignNode1" presStyleIdx="3" presStyleCnt="4"/>
      <dgm:spPr/>
    </dgm:pt>
    <dgm:pt modelId="{96B13827-6F40-464B-A15D-7AAB576EBF98}" type="pres">
      <dgm:prSet presAssocID="{522AFD4D-469F-479A-818E-2A95252F4173}" presName="horz1" presStyleCnt="0"/>
      <dgm:spPr/>
    </dgm:pt>
    <dgm:pt modelId="{39438476-F6E5-4050-AD0E-351B4C6B1484}" type="pres">
      <dgm:prSet presAssocID="{522AFD4D-469F-479A-818E-2A95252F4173}" presName="tx1" presStyleLbl="revTx" presStyleIdx="3" presStyleCnt="4"/>
      <dgm:spPr/>
    </dgm:pt>
    <dgm:pt modelId="{1EE585AB-28B3-4061-A0E1-845E90F5F73D}" type="pres">
      <dgm:prSet presAssocID="{522AFD4D-469F-479A-818E-2A95252F4173}" presName="vert1" presStyleCnt="0"/>
      <dgm:spPr/>
    </dgm:pt>
  </dgm:ptLst>
  <dgm:cxnLst>
    <dgm:cxn modelId="{3EFCF901-3119-4422-9283-1D830B107B59}" srcId="{B9DBE5D5-F587-46CF-97A3-CF5540E3389F}" destId="{635D9B34-8E18-4E2C-AD1B-D35C8E85ECB2}" srcOrd="2" destOrd="0" parTransId="{C956F00A-90A0-47BA-8538-773052B6DDE2}" sibTransId="{86A368A8-2D19-419F-A1D0-8279CEFB5328}"/>
    <dgm:cxn modelId="{71A7861F-6010-45A5-A97C-F2D8FBD178A8}" type="presOf" srcId="{522AFD4D-469F-479A-818E-2A95252F4173}" destId="{39438476-F6E5-4050-AD0E-351B4C6B1484}" srcOrd="0" destOrd="0" presId="urn:microsoft.com/office/officeart/2008/layout/LinedList"/>
    <dgm:cxn modelId="{CDA2203C-8278-41ED-A566-3EEE77577676}" type="presOf" srcId="{635D9B34-8E18-4E2C-AD1B-D35C8E85ECB2}" destId="{A3D80542-87B0-41A0-A19C-6356384F5EDB}" srcOrd="0" destOrd="0" presId="urn:microsoft.com/office/officeart/2008/layout/LinedList"/>
    <dgm:cxn modelId="{9804833D-E14E-4BD7-A906-4B4D896687B4}" type="presOf" srcId="{9E9B2499-A0CB-4924-B00D-14AC68228D8E}" destId="{D5293ACA-DFF2-44F9-9365-D64F7671E537}" srcOrd="0" destOrd="0" presId="urn:microsoft.com/office/officeart/2008/layout/LinedList"/>
    <dgm:cxn modelId="{1DDA9971-A6D3-455D-BDBB-F9F3D41A1D9C}" srcId="{B9DBE5D5-F587-46CF-97A3-CF5540E3389F}" destId="{9E9B2499-A0CB-4924-B00D-14AC68228D8E}" srcOrd="0" destOrd="0" parTransId="{95F01DC6-E21C-457F-A628-A0E39F873D91}" sibTransId="{4BCB4492-6586-433F-8ECF-2E430D7AF260}"/>
    <dgm:cxn modelId="{9AEE2683-6D4E-456A-A49E-2FD8F66D1F8A}" type="presOf" srcId="{316780BC-187E-4C76-B2A8-28A459E1B4F5}" destId="{EBED4826-2FF8-407E-8FFC-F8C2AFE44DA2}" srcOrd="0" destOrd="0" presId="urn:microsoft.com/office/officeart/2008/layout/LinedList"/>
    <dgm:cxn modelId="{9490A785-4C59-44CA-A3A0-67EE5D95A91C}" srcId="{B9DBE5D5-F587-46CF-97A3-CF5540E3389F}" destId="{522AFD4D-469F-479A-818E-2A95252F4173}" srcOrd="3" destOrd="0" parTransId="{7724E48A-D408-4720-BDDF-7D32020F1F76}" sibTransId="{48CB2968-C97E-46A4-BBCE-7AE6DFE39834}"/>
    <dgm:cxn modelId="{E3ED0299-1E7B-4347-8AE4-385DB9F1AA2D}" srcId="{B9DBE5D5-F587-46CF-97A3-CF5540E3389F}" destId="{316780BC-187E-4C76-B2A8-28A459E1B4F5}" srcOrd="1" destOrd="0" parTransId="{3B002C61-B4DE-4766-BEA8-7BD9600A947E}" sibTransId="{943BACD5-935F-4391-8B86-3F93B4423A8E}"/>
    <dgm:cxn modelId="{8765C3DE-2641-4A0E-B6F7-DA9CBD5D5532}" type="presOf" srcId="{B9DBE5D5-F587-46CF-97A3-CF5540E3389F}" destId="{09BED35D-9E01-4967-A391-C6B2EA6E7DD4}" srcOrd="0" destOrd="0" presId="urn:microsoft.com/office/officeart/2008/layout/LinedList"/>
    <dgm:cxn modelId="{8A257C5C-9A69-4124-B507-2D6A8F3BF1B0}" type="presParOf" srcId="{09BED35D-9E01-4967-A391-C6B2EA6E7DD4}" destId="{CC54F1D3-DF00-4646-AFFF-8ED4CA4EFB2A}" srcOrd="0" destOrd="0" presId="urn:microsoft.com/office/officeart/2008/layout/LinedList"/>
    <dgm:cxn modelId="{E397A865-2194-43CD-A6F3-51CC9E5B9896}" type="presParOf" srcId="{09BED35D-9E01-4967-A391-C6B2EA6E7DD4}" destId="{D6EAB371-30AA-4089-8F74-6AB735A6620F}" srcOrd="1" destOrd="0" presId="urn:microsoft.com/office/officeart/2008/layout/LinedList"/>
    <dgm:cxn modelId="{D8059286-5B70-4DA5-9424-A1E23FD669F0}" type="presParOf" srcId="{D6EAB371-30AA-4089-8F74-6AB735A6620F}" destId="{D5293ACA-DFF2-44F9-9365-D64F7671E537}" srcOrd="0" destOrd="0" presId="urn:microsoft.com/office/officeart/2008/layout/LinedList"/>
    <dgm:cxn modelId="{D6393A0F-10FA-4ABD-A7BB-026BE5EC11A6}" type="presParOf" srcId="{D6EAB371-30AA-4089-8F74-6AB735A6620F}" destId="{1346D417-7003-4E1D-A68A-5BF860C3CD85}" srcOrd="1" destOrd="0" presId="urn:microsoft.com/office/officeart/2008/layout/LinedList"/>
    <dgm:cxn modelId="{166731D8-5C1C-4B63-88BC-D0010A5CBDD9}" type="presParOf" srcId="{09BED35D-9E01-4967-A391-C6B2EA6E7DD4}" destId="{21C0E694-2F0E-494C-8859-DCBBD493843A}" srcOrd="2" destOrd="0" presId="urn:microsoft.com/office/officeart/2008/layout/LinedList"/>
    <dgm:cxn modelId="{267679D6-86F2-4E72-B74A-99EF77303AC9}" type="presParOf" srcId="{09BED35D-9E01-4967-A391-C6B2EA6E7DD4}" destId="{6B2233B1-4A78-4D74-AAFC-D04B8E0BE3C6}" srcOrd="3" destOrd="0" presId="urn:microsoft.com/office/officeart/2008/layout/LinedList"/>
    <dgm:cxn modelId="{D086B7C9-D0AC-4493-8FFF-4193A5C2119F}" type="presParOf" srcId="{6B2233B1-4A78-4D74-AAFC-D04B8E0BE3C6}" destId="{EBED4826-2FF8-407E-8FFC-F8C2AFE44DA2}" srcOrd="0" destOrd="0" presId="urn:microsoft.com/office/officeart/2008/layout/LinedList"/>
    <dgm:cxn modelId="{9E318FF0-7E07-46D8-8BDA-8ED2C3E5FB9B}" type="presParOf" srcId="{6B2233B1-4A78-4D74-AAFC-D04B8E0BE3C6}" destId="{9C6A3627-4415-4F05-BA51-5663A9FE64CB}" srcOrd="1" destOrd="0" presId="urn:microsoft.com/office/officeart/2008/layout/LinedList"/>
    <dgm:cxn modelId="{6B30DB0B-D57A-4DEF-B9FA-5ADF269DC1E6}" type="presParOf" srcId="{09BED35D-9E01-4967-A391-C6B2EA6E7DD4}" destId="{34FD331A-F9A8-4E8E-A075-F13B8FFA40AF}" srcOrd="4" destOrd="0" presId="urn:microsoft.com/office/officeart/2008/layout/LinedList"/>
    <dgm:cxn modelId="{EE73A615-D0F8-4370-B3BD-924284179C2B}" type="presParOf" srcId="{09BED35D-9E01-4967-A391-C6B2EA6E7DD4}" destId="{F9BB47C2-07F5-406A-8F9D-190F0DF3DBA9}" srcOrd="5" destOrd="0" presId="urn:microsoft.com/office/officeart/2008/layout/LinedList"/>
    <dgm:cxn modelId="{9AD535F3-81CF-476C-AF2D-2239D149E3CB}" type="presParOf" srcId="{F9BB47C2-07F5-406A-8F9D-190F0DF3DBA9}" destId="{A3D80542-87B0-41A0-A19C-6356384F5EDB}" srcOrd="0" destOrd="0" presId="urn:microsoft.com/office/officeart/2008/layout/LinedList"/>
    <dgm:cxn modelId="{0FA04225-BB97-4FAF-A805-89E9BF1BA523}" type="presParOf" srcId="{F9BB47C2-07F5-406A-8F9D-190F0DF3DBA9}" destId="{EAEBCCDD-A326-4CFD-B1E1-BA4944C80147}" srcOrd="1" destOrd="0" presId="urn:microsoft.com/office/officeart/2008/layout/LinedList"/>
    <dgm:cxn modelId="{AB517D8B-E470-4AE1-8D21-EFC7DBAC903F}" type="presParOf" srcId="{09BED35D-9E01-4967-A391-C6B2EA6E7DD4}" destId="{5E3DD6E2-10F6-4177-BDA8-E28EAC9D0499}" srcOrd="6" destOrd="0" presId="urn:microsoft.com/office/officeart/2008/layout/LinedList"/>
    <dgm:cxn modelId="{E57F710E-38AB-40E2-A26D-BD4081682D33}" type="presParOf" srcId="{09BED35D-9E01-4967-A391-C6B2EA6E7DD4}" destId="{96B13827-6F40-464B-A15D-7AAB576EBF98}" srcOrd="7" destOrd="0" presId="urn:microsoft.com/office/officeart/2008/layout/LinedList"/>
    <dgm:cxn modelId="{02DDAC18-D20E-460B-9342-9F2619E861A8}" type="presParOf" srcId="{96B13827-6F40-464B-A15D-7AAB576EBF98}" destId="{39438476-F6E5-4050-AD0E-351B4C6B1484}" srcOrd="0" destOrd="0" presId="urn:microsoft.com/office/officeart/2008/layout/LinedList"/>
    <dgm:cxn modelId="{8168D4E9-6783-4B6A-94C2-A24DE88EE3C4}" type="presParOf" srcId="{96B13827-6F40-464B-A15D-7AAB576EBF98}" destId="{1EE585AB-28B3-4061-A0E1-845E90F5F73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ACE04C9-C2D0-496C-9523-CC811B041AB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D1A295B-BC3B-440B-9661-708B70D79681}">
      <dgm:prSet/>
      <dgm:spPr/>
      <dgm:t>
        <a:bodyPr/>
        <a:lstStyle/>
        <a:p>
          <a:r>
            <a:rPr lang="en-US"/>
            <a:t>Continuous monitoring of earthing parameters.</a:t>
          </a:r>
        </a:p>
      </dgm:t>
    </dgm:pt>
    <dgm:pt modelId="{B4AE9690-B6D7-4AAA-84D2-787D4761282E}" type="parTrans" cxnId="{6E1463BE-25E2-43A7-B0E4-BF67139CDBD6}">
      <dgm:prSet/>
      <dgm:spPr/>
      <dgm:t>
        <a:bodyPr/>
        <a:lstStyle/>
        <a:p>
          <a:endParaRPr lang="en-US"/>
        </a:p>
      </dgm:t>
    </dgm:pt>
    <dgm:pt modelId="{E0FF5DA1-F61C-47AB-98D3-1307F4E38B04}" type="sibTrans" cxnId="{6E1463BE-25E2-43A7-B0E4-BF67139CDBD6}">
      <dgm:prSet/>
      <dgm:spPr/>
      <dgm:t>
        <a:bodyPr/>
        <a:lstStyle/>
        <a:p>
          <a:endParaRPr lang="en-US"/>
        </a:p>
      </dgm:t>
    </dgm:pt>
    <dgm:pt modelId="{6BF91F6E-FCDA-499E-A6A5-3C4725577AE9}">
      <dgm:prSet/>
      <dgm:spPr/>
      <dgm:t>
        <a:bodyPr/>
        <a:lstStyle/>
        <a:p>
          <a:r>
            <a:rPr lang="en-US"/>
            <a:t>Real-time fault alerts.</a:t>
          </a:r>
        </a:p>
      </dgm:t>
    </dgm:pt>
    <dgm:pt modelId="{096F17B2-F80C-45F7-93C7-595141063064}" type="parTrans" cxnId="{4936AC0A-24D7-4F94-B545-6BEBEED302CB}">
      <dgm:prSet/>
      <dgm:spPr/>
      <dgm:t>
        <a:bodyPr/>
        <a:lstStyle/>
        <a:p>
          <a:endParaRPr lang="en-US"/>
        </a:p>
      </dgm:t>
    </dgm:pt>
    <dgm:pt modelId="{6103F174-E98E-4B78-A367-2EC9EBE50083}" type="sibTrans" cxnId="{4936AC0A-24D7-4F94-B545-6BEBEED302CB}">
      <dgm:prSet/>
      <dgm:spPr/>
      <dgm:t>
        <a:bodyPr/>
        <a:lstStyle/>
        <a:p>
          <a:endParaRPr lang="en-US"/>
        </a:p>
      </dgm:t>
    </dgm:pt>
    <dgm:pt modelId="{9C4E57D8-8AF8-4612-BA60-269940EFB308}">
      <dgm:prSet/>
      <dgm:spPr/>
      <dgm:t>
        <a:bodyPr/>
        <a:lstStyle/>
        <a:p>
          <a:r>
            <a:rPr lang="en-US" dirty="0"/>
            <a:t>Low-power and solar-compatible design.</a:t>
          </a:r>
        </a:p>
      </dgm:t>
    </dgm:pt>
    <dgm:pt modelId="{27F3C4EF-7953-4164-BAC6-553D5B248BEA}" type="parTrans" cxnId="{C7847C94-44F4-4098-93AC-E2E6DBD8F2F9}">
      <dgm:prSet/>
      <dgm:spPr/>
      <dgm:t>
        <a:bodyPr/>
        <a:lstStyle/>
        <a:p>
          <a:endParaRPr lang="en-US"/>
        </a:p>
      </dgm:t>
    </dgm:pt>
    <dgm:pt modelId="{7F1DEEF2-CFE1-4599-AF14-E32B63EE3BA2}" type="sibTrans" cxnId="{C7847C94-44F4-4098-93AC-E2E6DBD8F2F9}">
      <dgm:prSet/>
      <dgm:spPr/>
      <dgm:t>
        <a:bodyPr/>
        <a:lstStyle/>
        <a:p>
          <a:endParaRPr lang="en-US"/>
        </a:p>
      </dgm:t>
    </dgm:pt>
    <dgm:pt modelId="{3D1C1050-C430-49A3-AB3F-6A012459BF64}">
      <dgm:prSet/>
      <dgm:spPr/>
      <dgm:t>
        <a:bodyPr/>
        <a:lstStyle/>
        <a:p>
          <a:r>
            <a:rPr lang="en-US"/>
            <a:t>Cloud-based data visualisation.</a:t>
          </a:r>
        </a:p>
      </dgm:t>
    </dgm:pt>
    <dgm:pt modelId="{1A8096C1-6554-459F-86D1-4DB3EE3B6868}" type="parTrans" cxnId="{90B6FEA7-D330-4FEB-8B06-763DCBB9B201}">
      <dgm:prSet/>
      <dgm:spPr/>
      <dgm:t>
        <a:bodyPr/>
        <a:lstStyle/>
        <a:p>
          <a:endParaRPr lang="en-US"/>
        </a:p>
      </dgm:t>
    </dgm:pt>
    <dgm:pt modelId="{BEA1520B-3199-404D-8CE5-56D25DAACFC5}" type="sibTrans" cxnId="{90B6FEA7-D330-4FEB-8B06-763DCBB9B201}">
      <dgm:prSet/>
      <dgm:spPr/>
      <dgm:t>
        <a:bodyPr/>
        <a:lstStyle/>
        <a:p>
          <a:endParaRPr lang="en-US"/>
        </a:p>
      </dgm:t>
    </dgm:pt>
    <dgm:pt modelId="{594AFEF1-05D4-499D-9BA8-AB068CB9499B}">
      <dgm:prSet/>
      <dgm:spPr/>
      <dgm:t>
        <a:bodyPr/>
        <a:lstStyle/>
        <a:p>
          <a:r>
            <a:rPr lang="en-US"/>
            <a:t>Scalable for industrial and public infrastructures.</a:t>
          </a:r>
        </a:p>
      </dgm:t>
    </dgm:pt>
    <dgm:pt modelId="{701BA403-19AE-4E4A-B12A-0EA893101ABE}" type="parTrans" cxnId="{3084DF77-1507-4A60-B147-E10F0184C720}">
      <dgm:prSet/>
      <dgm:spPr/>
      <dgm:t>
        <a:bodyPr/>
        <a:lstStyle/>
        <a:p>
          <a:endParaRPr lang="en-US"/>
        </a:p>
      </dgm:t>
    </dgm:pt>
    <dgm:pt modelId="{D1CAD17F-9461-4261-B345-92B7F91A0524}" type="sibTrans" cxnId="{3084DF77-1507-4A60-B147-E10F0184C720}">
      <dgm:prSet/>
      <dgm:spPr/>
      <dgm:t>
        <a:bodyPr/>
        <a:lstStyle/>
        <a:p>
          <a:endParaRPr lang="en-US"/>
        </a:p>
      </dgm:t>
    </dgm:pt>
    <dgm:pt modelId="{6DE77CB7-F349-4145-820B-1642363496C0}" type="pres">
      <dgm:prSet presAssocID="{FACE04C9-C2D0-496C-9523-CC811B041AB4}" presName="root" presStyleCnt="0">
        <dgm:presLayoutVars>
          <dgm:dir/>
          <dgm:resizeHandles val="exact"/>
        </dgm:presLayoutVars>
      </dgm:prSet>
      <dgm:spPr/>
    </dgm:pt>
    <dgm:pt modelId="{1070240F-BFC8-499A-9BA3-6FD0B8C5C379}" type="pres">
      <dgm:prSet presAssocID="{6D1A295B-BC3B-440B-9661-708B70D79681}" presName="compNode" presStyleCnt="0"/>
      <dgm:spPr/>
    </dgm:pt>
    <dgm:pt modelId="{881B5C51-FCAB-4809-A806-5A79E2B22E07}" type="pres">
      <dgm:prSet presAssocID="{6D1A295B-BC3B-440B-9661-708B70D79681}" presName="bgRect" presStyleLbl="bgShp" presStyleIdx="0" presStyleCnt="5"/>
      <dgm:spPr/>
    </dgm:pt>
    <dgm:pt modelId="{AAC98122-4427-4EBE-A6A0-08F070B337FA}" type="pres">
      <dgm:prSet presAssocID="{6D1A295B-BC3B-440B-9661-708B70D7968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arth Globe Americas"/>
        </a:ext>
      </dgm:extLst>
    </dgm:pt>
    <dgm:pt modelId="{17CB5680-33F3-4EAD-BA9F-41E49C247F34}" type="pres">
      <dgm:prSet presAssocID="{6D1A295B-BC3B-440B-9661-708B70D79681}" presName="spaceRect" presStyleCnt="0"/>
      <dgm:spPr/>
    </dgm:pt>
    <dgm:pt modelId="{48426327-EE5E-4CF6-A69C-9AACE09E19E7}" type="pres">
      <dgm:prSet presAssocID="{6D1A295B-BC3B-440B-9661-708B70D79681}" presName="parTx" presStyleLbl="revTx" presStyleIdx="0" presStyleCnt="5">
        <dgm:presLayoutVars>
          <dgm:chMax val="0"/>
          <dgm:chPref val="0"/>
        </dgm:presLayoutVars>
      </dgm:prSet>
      <dgm:spPr/>
    </dgm:pt>
    <dgm:pt modelId="{02714608-F90A-40B6-A37F-3D2F6C5653DF}" type="pres">
      <dgm:prSet presAssocID="{E0FF5DA1-F61C-47AB-98D3-1307F4E38B04}" presName="sibTrans" presStyleCnt="0"/>
      <dgm:spPr/>
    </dgm:pt>
    <dgm:pt modelId="{17E7E1DE-B9C5-4C29-BE8F-3D5F6ADCF948}" type="pres">
      <dgm:prSet presAssocID="{6BF91F6E-FCDA-499E-A6A5-3C4725577AE9}" presName="compNode" presStyleCnt="0"/>
      <dgm:spPr/>
    </dgm:pt>
    <dgm:pt modelId="{4B5CFE86-3A05-4C9B-9CCB-46454A25B6F4}" type="pres">
      <dgm:prSet presAssocID="{6BF91F6E-FCDA-499E-A6A5-3C4725577AE9}" presName="bgRect" presStyleLbl="bgShp" presStyleIdx="1" presStyleCnt="5"/>
      <dgm:spPr/>
    </dgm:pt>
    <dgm:pt modelId="{7583E302-CF0E-41F6-A923-3FE93942A89B}" type="pres">
      <dgm:prSet presAssocID="{6BF91F6E-FCDA-499E-A6A5-3C4725577AE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peaker Phone"/>
        </a:ext>
      </dgm:extLst>
    </dgm:pt>
    <dgm:pt modelId="{7841FA3F-8DFF-4FE5-B731-2268C3845B58}" type="pres">
      <dgm:prSet presAssocID="{6BF91F6E-FCDA-499E-A6A5-3C4725577AE9}" presName="spaceRect" presStyleCnt="0"/>
      <dgm:spPr/>
    </dgm:pt>
    <dgm:pt modelId="{01027189-2234-48CC-B7A6-DA31AA1555BD}" type="pres">
      <dgm:prSet presAssocID="{6BF91F6E-FCDA-499E-A6A5-3C4725577AE9}" presName="parTx" presStyleLbl="revTx" presStyleIdx="1" presStyleCnt="5">
        <dgm:presLayoutVars>
          <dgm:chMax val="0"/>
          <dgm:chPref val="0"/>
        </dgm:presLayoutVars>
      </dgm:prSet>
      <dgm:spPr/>
    </dgm:pt>
    <dgm:pt modelId="{23AB6A66-CDA4-4E3E-8E0C-0D292DB88610}" type="pres">
      <dgm:prSet presAssocID="{6103F174-E98E-4B78-A367-2EC9EBE50083}" presName="sibTrans" presStyleCnt="0"/>
      <dgm:spPr/>
    </dgm:pt>
    <dgm:pt modelId="{A1CF2ABF-C7AB-414F-BB08-E9270E75677B}" type="pres">
      <dgm:prSet presAssocID="{9C4E57D8-8AF8-4612-BA60-269940EFB308}" presName="compNode" presStyleCnt="0"/>
      <dgm:spPr/>
    </dgm:pt>
    <dgm:pt modelId="{65FA64A0-BD9E-4800-9B9D-A9A255BD610D}" type="pres">
      <dgm:prSet presAssocID="{9C4E57D8-8AF8-4612-BA60-269940EFB308}" presName="bgRect" presStyleLbl="bgShp" presStyleIdx="2" presStyleCnt="5"/>
      <dgm:spPr/>
    </dgm:pt>
    <dgm:pt modelId="{C831372E-66DA-49E3-A5D2-625CE6B0371F}" type="pres">
      <dgm:prSet presAssocID="{9C4E57D8-8AF8-4612-BA60-269940EFB30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olar system"/>
        </a:ext>
      </dgm:extLst>
    </dgm:pt>
    <dgm:pt modelId="{AB1F6FD7-1704-49DC-93A7-CEC42D00168A}" type="pres">
      <dgm:prSet presAssocID="{9C4E57D8-8AF8-4612-BA60-269940EFB308}" presName="spaceRect" presStyleCnt="0"/>
      <dgm:spPr/>
    </dgm:pt>
    <dgm:pt modelId="{7085AE1B-5F1A-49AC-B9EA-30CDE1700D7A}" type="pres">
      <dgm:prSet presAssocID="{9C4E57D8-8AF8-4612-BA60-269940EFB308}" presName="parTx" presStyleLbl="revTx" presStyleIdx="2" presStyleCnt="5">
        <dgm:presLayoutVars>
          <dgm:chMax val="0"/>
          <dgm:chPref val="0"/>
        </dgm:presLayoutVars>
      </dgm:prSet>
      <dgm:spPr/>
    </dgm:pt>
    <dgm:pt modelId="{AC09007F-1F5D-469D-B888-D93BEF9D9D6B}" type="pres">
      <dgm:prSet presAssocID="{7F1DEEF2-CFE1-4599-AF14-E32B63EE3BA2}" presName="sibTrans" presStyleCnt="0"/>
      <dgm:spPr/>
    </dgm:pt>
    <dgm:pt modelId="{7A1F2879-C80E-47A5-A44F-BF0EF2CE3A84}" type="pres">
      <dgm:prSet presAssocID="{3D1C1050-C430-49A3-AB3F-6A012459BF64}" presName="compNode" presStyleCnt="0"/>
      <dgm:spPr/>
    </dgm:pt>
    <dgm:pt modelId="{9E4692D6-6F1A-47C5-92C9-75EFB5B1E105}" type="pres">
      <dgm:prSet presAssocID="{3D1C1050-C430-49A3-AB3F-6A012459BF64}" presName="bgRect" presStyleLbl="bgShp" presStyleIdx="3" presStyleCnt="5"/>
      <dgm:spPr/>
    </dgm:pt>
    <dgm:pt modelId="{7407C0BC-AD62-44DC-99A6-CB215DC8D827}" type="pres">
      <dgm:prSet presAssocID="{3D1C1050-C430-49A3-AB3F-6A012459BF6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yncing Cloud"/>
        </a:ext>
      </dgm:extLst>
    </dgm:pt>
    <dgm:pt modelId="{C3DC850C-5005-4DC2-A3E9-ED330BDCBBC7}" type="pres">
      <dgm:prSet presAssocID="{3D1C1050-C430-49A3-AB3F-6A012459BF64}" presName="spaceRect" presStyleCnt="0"/>
      <dgm:spPr/>
    </dgm:pt>
    <dgm:pt modelId="{AD77B780-A037-42F7-9379-F191240F3D64}" type="pres">
      <dgm:prSet presAssocID="{3D1C1050-C430-49A3-AB3F-6A012459BF64}" presName="parTx" presStyleLbl="revTx" presStyleIdx="3" presStyleCnt="5">
        <dgm:presLayoutVars>
          <dgm:chMax val="0"/>
          <dgm:chPref val="0"/>
        </dgm:presLayoutVars>
      </dgm:prSet>
      <dgm:spPr/>
    </dgm:pt>
    <dgm:pt modelId="{BB733227-CA2C-4A7D-B0FA-853674ABB0A8}" type="pres">
      <dgm:prSet presAssocID="{BEA1520B-3199-404D-8CE5-56D25DAACFC5}" presName="sibTrans" presStyleCnt="0"/>
      <dgm:spPr/>
    </dgm:pt>
    <dgm:pt modelId="{3C1D45F8-C93D-478C-B43F-99E581006E84}" type="pres">
      <dgm:prSet presAssocID="{594AFEF1-05D4-499D-9BA8-AB068CB9499B}" presName="compNode" presStyleCnt="0"/>
      <dgm:spPr/>
    </dgm:pt>
    <dgm:pt modelId="{804F79C0-C5BE-40DE-A1C2-A2AD75BB724E}" type="pres">
      <dgm:prSet presAssocID="{594AFEF1-05D4-499D-9BA8-AB068CB9499B}" presName="bgRect" presStyleLbl="bgShp" presStyleIdx="4" presStyleCnt="5"/>
      <dgm:spPr/>
    </dgm:pt>
    <dgm:pt modelId="{9FE3563B-C500-4110-A820-05ECB8751C76}" type="pres">
      <dgm:prSet presAssocID="{594AFEF1-05D4-499D-9BA8-AB068CB9499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actory"/>
        </a:ext>
      </dgm:extLst>
    </dgm:pt>
    <dgm:pt modelId="{477D61DD-DA1E-4673-9AC0-2ABA49AE0528}" type="pres">
      <dgm:prSet presAssocID="{594AFEF1-05D4-499D-9BA8-AB068CB9499B}" presName="spaceRect" presStyleCnt="0"/>
      <dgm:spPr/>
    </dgm:pt>
    <dgm:pt modelId="{95277667-AB7B-4858-92E5-3539143DCD03}" type="pres">
      <dgm:prSet presAssocID="{594AFEF1-05D4-499D-9BA8-AB068CB9499B}" presName="parTx" presStyleLbl="revTx" presStyleIdx="4" presStyleCnt="5">
        <dgm:presLayoutVars>
          <dgm:chMax val="0"/>
          <dgm:chPref val="0"/>
        </dgm:presLayoutVars>
      </dgm:prSet>
      <dgm:spPr/>
    </dgm:pt>
  </dgm:ptLst>
  <dgm:cxnLst>
    <dgm:cxn modelId="{4936AC0A-24D7-4F94-B545-6BEBEED302CB}" srcId="{FACE04C9-C2D0-496C-9523-CC811B041AB4}" destId="{6BF91F6E-FCDA-499E-A6A5-3C4725577AE9}" srcOrd="1" destOrd="0" parTransId="{096F17B2-F80C-45F7-93C7-595141063064}" sibTransId="{6103F174-E98E-4B78-A367-2EC9EBE50083}"/>
    <dgm:cxn modelId="{2E074131-64CE-4551-BAA6-AFB347AAD7CB}" type="presOf" srcId="{FACE04C9-C2D0-496C-9523-CC811B041AB4}" destId="{6DE77CB7-F349-4145-820B-1642363496C0}" srcOrd="0" destOrd="0" presId="urn:microsoft.com/office/officeart/2018/2/layout/IconVerticalSolidList"/>
    <dgm:cxn modelId="{83418F68-2149-45E5-8FFD-6575BC696F25}" type="presOf" srcId="{6D1A295B-BC3B-440B-9661-708B70D79681}" destId="{48426327-EE5E-4CF6-A69C-9AACE09E19E7}" srcOrd="0" destOrd="0" presId="urn:microsoft.com/office/officeart/2018/2/layout/IconVerticalSolidList"/>
    <dgm:cxn modelId="{F14F2D4A-3576-4BED-9F65-BB8857EF9569}" type="presOf" srcId="{594AFEF1-05D4-499D-9BA8-AB068CB9499B}" destId="{95277667-AB7B-4858-92E5-3539143DCD03}" srcOrd="0" destOrd="0" presId="urn:microsoft.com/office/officeart/2018/2/layout/IconVerticalSolidList"/>
    <dgm:cxn modelId="{3084DF77-1507-4A60-B147-E10F0184C720}" srcId="{FACE04C9-C2D0-496C-9523-CC811B041AB4}" destId="{594AFEF1-05D4-499D-9BA8-AB068CB9499B}" srcOrd="4" destOrd="0" parTransId="{701BA403-19AE-4E4A-B12A-0EA893101ABE}" sibTransId="{D1CAD17F-9461-4261-B345-92B7F91A0524}"/>
    <dgm:cxn modelId="{9A39D059-4B7F-416A-B07E-C334643B81C7}" type="presOf" srcId="{3D1C1050-C430-49A3-AB3F-6A012459BF64}" destId="{AD77B780-A037-42F7-9379-F191240F3D64}" srcOrd="0" destOrd="0" presId="urn:microsoft.com/office/officeart/2018/2/layout/IconVerticalSolidList"/>
    <dgm:cxn modelId="{C7847C94-44F4-4098-93AC-E2E6DBD8F2F9}" srcId="{FACE04C9-C2D0-496C-9523-CC811B041AB4}" destId="{9C4E57D8-8AF8-4612-BA60-269940EFB308}" srcOrd="2" destOrd="0" parTransId="{27F3C4EF-7953-4164-BAC6-553D5B248BEA}" sibTransId="{7F1DEEF2-CFE1-4599-AF14-E32B63EE3BA2}"/>
    <dgm:cxn modelId="{90B6FEA7-D330-4FEB-8B06-763DCBB9B201}" srcId="{FACE04C9-C2D0-496C-9523-CC811B041AB4}" destId="{3D1C1050-C430-49A3-AB3F-6A012459BF64}" srcOrd="3" destOrd="0" parTransId="{1A8096C1-6554-459F-86D1-4DB3EE3B6868}" sibTransId="{BEA1520B-3199-404D-8CE5-56D25DAACFC5}"/>
    <dgm:cxn modelId="{6E1463BE-25E2-43A7-B0E4-BF67139CDBD6}" srcId="{FACE04C9-C2D0-496C-9523-CC811B041AB4}" destId="{6D1A295B-BC3B-440B-9661-708B70D79681}" srcOrd="0" destOrd="0" parTransId="{B4AE9690-B6D7-4AAA-84D2-787D4761282E}" sibTransId="{E0FF5DA1-F61C-47AB-98D3-1307F4E38B04}"/>
    <dgm:cxn modelId="{1CE448BE-7460-4566-8FDC-DAD3F8F0309C}" type="presOf" srcId="{9C4E57D8-8AF8-4612-BA60-269940EFB308}" destId="{7085AE1B-5F1A-49AC-B9EA-30CDE1700D7A}" srcOrd="0" destOrd="0" presId="urn:microsoft.com/office/officeart/2018/2/layout/IconVerticalSolidList"/>
    <dgm:cxn modelId="{4FE97DFC-2F39-4A13-B4CD-A4E4C6AD41D7}" type="presOf" srcId="{6BF91F6E-FCDA-499E-A6A5-3C4725577AE9}" destId="{01027189-2234-48CC-B7A6-DA31AA1555BD}" srcOrd="0" destOrd="0" presId="urn:microsoft.com/office/officeart/2018/2/layout/IconVerticalSolidList"/>
    <dgm:cxn modelId="{CA53F0DB-B319-4834-812C-09EE67EC57C8}" type="presParOf" srcId="{6DE77CB7-F349-4145-820B-1642363496C0}" destId="{1070240F-BFC8-499A-9BA3-6FD0B8C5C379}" srcOrd="0" destOrd="0" presId="urn:microsoft.com/office/officeart/2018/2/layout/IconVerticalSolidList"/>
    <dgm:cxn modelId="{500D28CD-88FD-4E9E-A96B-C880054D4FD9}" type="presParOf" srcId="{1070240F-BFC8-499A-9BA3-6FD0B8C5C379}" destId="{881B5C51-FCAB-4809-A806-5A79E2B22E07}" srcOrd="0" destOrd="0" presId="urn:microsoft.com/office/officeart/2018/2/layout/IconVerticalSolidList"/>
    <dgm:cxn modelId="{3FF45382-D33B-40F7-8EA5-E2686C15057A}" type="presParOf" srcId="{1070240F-BFC8-499A-9BA3-6FD0B8C5C379}" destId="{AAC98122-4427-4EBE-A6A0-08F070B337FA}" srcOrd="1" destOrd="0" presId="urn:microsoft.com/office/officeart/2018/2/layout/IconVerticalSolidList"/>
    <dgm:cxn modelId="{AD6BEDDE-344C-4EA3-AB98-5BC974943164}" type="presParOf" srcId="{1070240F-BFC8-499A-9BA3-6FD0B8C5C379}" destId="{17CB5680-33F3-4EAD-BA9F-41E49C247F34}" srcOrd="2" destOrd="0" presId="urn:microsoft.com/office/officeart/2018/2/layout/IconVerticalSolidList"/>
    <dgm:cxn modelId="{D3C26CFE-14DE-4620-9E4C-B281676FE404}" type="presParOf" srcId="{1070240F-BFC8-499A-9BA3-6FD0B8C5C379}" destId="{48426327-EE5E-4CF6-A69C-9AACE09E19E7}" srcOrd="3" destOrd="0" presId="urn:microsoft.com/office/officeart/2018/2/layout/IconVerticalSolidList"/>
    <dgm:cxn modelId="{D2A48A3B-B951-4B4F-BDB7-3E41D5D7A729}" type="presParOf" srcId="{6DE77CB7-F349-4145-820B-1642363496C0}" destId="{02714608-F90A-40B6-A37F-3D2F6C5653DF}" srcOrd="1" destOrd="0" presId="urn:microsoft.com/office/officeart/2018/2/layout/IconVerticalSolidList"/>
    <dgm:cxn modelId="{889016B4-DB3D-4134-8BB2-170FAF6DE0D5}" type="presParOf" srcId="{6DE77CB7-F349-4145-820B-1642363496C0}" destId="{17E7E1DE-B9C5-4C29-BE8F-3D5F6ADCF948}" srcOrd="2" destOrd="0" presId="urn:microsoft.com/office/officeart/2018/2/layout/IconVerticalSolidList"/>
    <dgm:cxn modelId="{4A1E0FA6-5635-40AD-9D37-E0CCD3FF7C56}" type="presParOf" srcId="{17E7E1DE-B9C5-4C29-BE8F-3D5F6ADCF948}" destId="{4B5CFE86-3A05-4C9B-9CCB-46454A25B6F4}" srcOrd="0" destOrd="0" presId="urn:microsoft.com/office/officeart/2018/2/layout/IconVerticalSolidList"/>
    <dgm:cxn modelId="{D2ACA6ED-5B53-41B7-8411-15C6B7B9FE81}" type="presParOf" srcId="{17E7E1DE-B9C5-4C29-BE8F-3D5F6ADCF948}" destId="{7583E302-CF0E-41F6-A923-3FE93942A89B}" srcOrd="1" destOrd="0" presId="urn:microsoft.com/office/officeart/2018/2/layout/IconVerticalSolidList"/>
    <dgm:cxn modelId="{62E3BC72-5F31-4D3B-8786-680E63B8B2F9}" type="presParOf" srcId="{17E7E1DE-B9C5-4C29-BE8F-3D5F6ADCF948}" destId="{7841FA3F-8DFF-4FE5-B731-2268C3845B58}" srcOrd="2" destOrd="0" presId="urn:microsoft.com/office/officeart/2018/2/layout/IconVerticalSolidList"/>
    <dgm:cxn modelId="{140F711A-CD8D-4230-9A73-848E86031E27}" type="presParOf" srcId="{17E7E1DE-B9C5-4C29-BE8F-3D5F6ADCF948}" destId="{01027189-2234-48CC-B7A6-DA31AA1555BD}" srcOrd="3" destOrd="0" presId="urn:microsoft.com/office/officeart/2018/2/layout/IconVerticalSolidList"/>
    <dgm:cxn modelId="{5C30B41D-D6B1-418E-8C31-1CF1C4C51C1C}" type="presParOf" srcId="{6DE77CB7-F349-4145-820B-1642363496C0}" destId="{23AB6A66-CDA4-4E3E-8E0C-0D292DB88610}" srcOrd="3" destOrd="0" presId="urn:microsoft.com/office/officeart/2018/2/layout/IconVerticalSolidList"/>
    <dgm:cxn modelId="{884C7D18-2B15-4225-90C4-23F16AAD0749}" type="presParOf" srcId="{6DE77CB7-F349-4145-820B-1642363496C0}" destId="{A1CF2ABF-C7AB-414F-BB08-E9270E75677B}" srcOrd="4" destOrd="0" presId="urn:microsoft.com/office/officeart/2018/2/layout/IconVerticalSolidList"/>
    <dgm:cxn modelId="{E9DAB887-08D1-47D6-AB55-746C075DBA9D}" type="presParOf" srcId="{A1CF2ABF-C7AB-414F-BB08-E9270E75677B}" destId="{65FA64A0-BD9E-4800-9B9D-A9A255BD610D}" srcOrd="0" destOrd="0" presId="urn:microsoft.com/office/officeart/2018/2/layout/IconVerticalSolidList"/>
    <dgm:cxn modelId="{69FDC3E1-089F-49F9-B065-71CC2DBB86E8}" type="presParOf" srcId="{A1CF2ABF-C7AB-414F-BB08-E9270E75677B}" destId="{C831372E-66DA-49E3-A5D2-625CE6B0371F}" srcOrd="1" destOrd="0" presId="urn:microsoft.com/office/officeart/2018/2/layout/IconVerticalSolidList"/>
    <dgm:cxn modelId="{7C52C6F6-F00C-4195-9DB2-060736953CE4}" type="presParOf" srcId="{A1CF2ABF-C7AB-414F-BB08-E9270E75677B}" destId="{AB1F6FD7-1704-49DC-93A7-CEC42D00168A}" srcOrd="2" destOrd="0" presId="urn:microsoft.com/office/officeart/2018/2/layout/IconVerticalSolidList"/>
    <dgm:cxn modelId="{C15638B7-CBB5-4A81-9493-3DFD7283CACE}" type="presParOf" srcId="{A1CF2ABF-C7AB-414F-BB08-E9270E75677B}" destId="{7085AE1B-5F1A-49AC-B9EA-30CDE1700D7A}" srcOrd="3" destOrd="0" presId="urn:microsoft.com/office/officeart/2018/2/layout/IconVerticalSolidList"/>
    <dgm:cxn modelId="{56C9B5BA-3043-4FB3-B11F-2AC7B3EA3410}" type="presParOf" srcId="{6DE77CB7-F349-4145-820B-1642363496C0}" destId="{AC09007F-1F5D-469D-B888-D93BEF9D9D6B}" srcOrd="5" destOrd="0" presId="urn:microsoft.com/office/officeart/2018/2/layout/IconVerticalSolidList"/>
    <dgm:cxn modelId="{A27BA47C-9B63-489E-9BE0-E665B49F5340}" type="presParOf" srcId="{6DE77CB7-F349-4145-820B-1642363496C0}" destId="{7A1F2879-C80E-47A5-A44F-BF0EF2CE3A84}" srcOrd="6" destOrd="0" presId="urn:microsoft.com/office/officeart/2018/2/layout/IconVerticalSolidList"/>
    <dgm:cxn modelId="{D7F18A7C-9326-4ACA-98C6-F5D9518A889A}" type="presParOf" srcId="{7A1F2879-C80E-47A5-A44F-BF0EF2CE3A84}" destId="{9E4692D6-6F1A-47C5-92C9-75EFB5B1E105}" srcOrd="0" destOrd="0" presId="urn:microsoft.com/office/officeart/2018/2/layout/IconVerticalSolidList"/>
    <dgm:cxn modelId="{4A871016-67B3-4A52-A124-9E1F7B4EB23D}" type="presParOf" srcId="{7A1F2879-C80E-47A5-A44F-BF0EF2CE3A84}" destId="{7407C0BC-AD62-44DC-99A6-CB215DC8D827}" srcOrd="1" destOrd="0" presId="urn:microsoft.com/office/officeart/2018/2/layout/IconVerticalSolidList"/>
    <dgm:cxn modelId="{A4D44E5E-78FD-48D6-9D09-82F8E7409556}" type="presParOf" srcId="{7A1F2879-C80E-47A5-A44F-BF0EF2CE3A84}" destId="{C3DC850C-5005-4DC2-A3E9-ED330BDCBBC7}" srcOrd="2" destOrd="0" presId="urn:microsoft.com/office/officeart/2018/2/layout/IconVerticalSolidList"/>
    <dgm:cxn modelId="{1AFF7188-2D38-41A3-9E14-0009A24C64D4}" type="presParOf" srcId="{7A1F2879-C80E-47A5-A44F-BF0EF2CE3A84}" destId="{AD77B780-A037-42F7-9379-F191240F3D64}" srcOrd="3" destOrd="0" presId="urn:microsoft.com/office/officeart/2018/2/layout/IconVerticalSolidList"/>
    <dgm:cxn modelId="{300897AD-492C-4737-9BED-E66745521571}" type="presParOf" srcId="{6DE77CB7-F349-4145-820B-1642363496C0}" destId="{BB733227-CA2C-4A7D-B0FA-853674ABB0A8}" srcOrd="7" destOrd="0" presId="urn:microsoft.com/office/officeart/2018/2/layout/IconVerticalSolidList"/>
    <dgm:cxn modelId="{4A4006B5-5364-4C42-9DBD-2A00125162CA}" type="presParOf" srcId="{6DE77CB7-F349-4145-820B-1642363496C0}" destId="{3C1D45F8-C93D-478C-B43F-99E581006E84}" srcOrd="8" destOrd="0" presId="urn:microsoft.com/office/officeart/2018/2/layout/IconVerticalSolidList"/>
    <dgm:cxn modelId="{3787B2BF-BD19-4D82-97D1-A203E9D7CCF6}" type="presParOf" srcId="{3C1D45F8-C93D-478C-B43F-99E581006E84}" destId="{804F79C0-C5BE-40DE-A1C2-A2AD75BB724E}" srcOrd="0" destOrd="0" presId="urn:microsoft.com/office/officeart/2018/2/layout/IconVerticalSolidList"/>
    <dgm:cxn modelId="{69665FD3-8BE3-4699-A79F-CF524BEF8B25}" type="presParOf" srcId="{3C1D45F8-C93D-478C-B43F-99E581006E84}" destId="{9FE3563B-C500-4110-A820-05ECB8751C76}" srcOrd="1" destOrd="0" presId="urn:microsoft.com/office/officeart/2018/2/layout/IconVerticalSolidList"/>
    <dgm:cxn modelId="{930EBCD9-8E2F-4C5D-A718-5F259E96C370}" type="presParOf" srcId="{3C1D45F8-C93D-478C-B43F-99E581006E84}" destId="{477D61DD-DA1E-4673-9AC0-2ABA49AE0528}" srcOrd="2" destOrd="0" presId="urn:microsoft.com/office/officeart/2018/2/layout/IconVerticalSolidList"/>
    <dgm:cxn modelId="{91328099-1043-4075-ADEC-5D26DC1C9119}" type="presParOf" srcId="{3C1D45F8-C93D-478C-B43F-99E581006E84}" destId="{95277667-AB7B-4858-92E5-3539143DCD0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EE2172A-4873-4F54-81DB-13C72A02F588}"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4033460-FC2B-4864-B432-7277D0086A47}">
      <dgm:prSet/>
      <dgm:spPr/>
      <dgm:t>
        <a:bodyPr/>
        <a:lstStyle/>
        <a:p>
          <a:pPr>
            <a:defRPr cap="all"/>
          </a:pPr>
          <a:r>
            <a:rPr lang="en-US" b="1"/>
            <a:t>Social</a:t>
          </a:r>
          <a:r>
            <a:rPr lang="en-US"/>
            <a:t>: Reduces electrical accidents and fatalities.</a:t>
          </a:r>
        </a:p>
      </dgm:t>
    </dgm:pt>
    <dgm:pt modelId="{7995CE84-0EF2-4645-91AE-218FB77E7C9E}" type="parTrans" cxnId="{32FCABA0-914B-425E-8B81-BF518AF4C685}">
      <dgm:prSet/>
      <dgm:spPr/>
      <dgm:t>
        <a:bodyPr/>
        <a:lstStyle/>
        <a:p>
          <a:endParaRPr lang="en-US"/>
        </a:p>
      </dgm:t>
    </dgm:pt>
    <dgm:pt modelId="{4DB4AB38-9E2C-46E0-BAFC-EF336AB3BA71}" type="sibTrans" cxnId="{32FCABA0-914B-425E-8B81-BF518AF4C685}">
      <dgm:prSet/>
      <dgm:spPr/>
      <dgm:t>
        <a:bodyPr/>
        <a:lstStyle/>
        <a:p>
          <a:endParaRPr lang="en-US"/>
        </a:p>
      </dgm:t>
    </dgm:pt>
    <dgm:pt modelId="{E7A2B6E3-AF90-49F3-B588-533978B68ABE}">
      <dgm:prSet/>
      <dgm:spPr/>
      <dgm:t>
        <a:bodyPr/>
        <a:lstStyle/>
        <a:p>
          <a:pPr>
            <a:defRPr cap="all"/>
          </a:pPr>
          <a:r>
            <a:rPr lang="en-US" b="1"/>
            <a:t>Economic</a:t>
          </a:r>
          <a:r>
            <a:rPr lang="en-US"/>
            <a:t>: Lowers maintenance and downtime costs.</a:t>
          </a:r>
        </a:p>
      </dgm:t>
    </dgm:pt>
    <dgm:pt modelId="{4E0FD571-045E-46F6-A670-F5BAB6F35926}" type="parTrans" cxnId="{D428BA0E-468E-46C1-B9B8-D82A69A652EC}">
      <dgm:prSet/>
      <dgm:spPr/>
      <dgm:t>
        <a:bodyPr/>
        <a:lstStyle/>
        <a:p>
          <a:endParaRPr lang="en-US"/>
        </a:p>
      </dgm:t>
    </dgm:pt>
    <dgm:pt modelId="{0C26887B-0D37-4D56-9C7B-5F719EC835E8}" type="sibTrans" cxnId="{D428BA0E-468E-46C1-B9B8-D82A69A652EC}">
      <dgm:prSet/>
      <dgm:spPr/>
      <dgm:t>
        <a:bodyPr/>
        <a:lstStyle/>
        <a:p>
          <a:endParaRPr lang="en-US"/>
        </a:p>
      </dgm:t>
    </dgm:pt>
    <dgm:pt modelId="{942586EB-9F59-4347-95C4-E3FC545F93B7}">
      <dgm:prSet/>
      <dgm:spPr/>
      <dgm:t>
        <a:bodyPr/>
        <a:lstStyle/>
        <a:p>
          <a:pPr>
            <a:defRPr cap="all"/>
          </a:pPr>
          <a:r>
            <a:rPr lang="en-US" b="1" dirty="0"/>
            <a:t>Environmental</a:t>
          </a:r>
          <a:r>
            <a:rPr lang="en-US" dirty="0"/>
            <a:t> energy-efficient system.</a:t>
          </a:r>
        </a:p>
      </dgm:t>
    </dgm:pt>
    <dgm:pt modelId="{05AA9846-3376-4A3B-80EA-14CF87F34ABD}" type="parTrans" cxnId="{19B1519D-EA1F-4812-9C22-780D3D754854}">
      <dgm:prSet/>
      <dgm:spPr/>
      <dgm:t>
        <a:bodyPr/>
        <a:lstStyle/>
        <a:p>
          <a:endParaRPr lang="en-US"/>
        </a:p>
      </dgm:t>
    </dgm:pt>
    <dgm:pt modelId="{045F1D9B-C945-4F71-90C2-E55B40787139}" type="sibTrans" cxnId="{19B1519D-EA1F-4812-9C22-780D3D754854}">
      <dgm:prSet/>
      <dgm:spPr/>
      <dgm:t>
        <a:bodyPr/>
        <a:lstStyle/>
        <a:p>
          <a:endParaRPr lang="en-US"/>
        </a:p>
      </dgm:t>
    </dgm:pt>
    <dgm:pt modelId="{46CF1EA2-A6D7-49AF-A910-7F731966B93C}" type="pres">
      <dgm:prSet presAssocID="{2EE2172A-4873-4F54-81DB-13C72A02F588}" presName="root" presStyleCnt="0">
        <dgm:presLayoutVars>
          <dgm:dir/>
          <dgm:resizeHandles val="exact"/>
        </dgm:presLayoutVars>
      </dgm:prSet>
      <dgm:spPr/>
    </dgm:pt>
    <dgm:pt modelId="{FC27F510-398A-4099-BCA6-C24F4F9406DF}" type="pres">
      <dgm:prSet presAssocID="{34033460-FC2B-4864-B432-7277D0086A47}" presName="compNode" presStyleCnt="0"/>
      <dgm:spPr/>
    </dgm:pt>
    <dgm:pt modelId="{358CD3F9-4AE5-49C7-A2E1-EFA02AD911AB}" type="pres">
      <dgm:prSet presAssocID="{34033460-FC2B-4864-B432-7277D0086A47}" presName="iconBgRect" presStyleLbl="bgShp" presStyleIdx="0" presStyleCnt="3"/>
      <dgm:spPr/>
    </dgm:pt>
    <dgm:pt modelId="{442F1C80-34FC-4643-9072-4A7D334983DE}" type="pres">
      <dgm:prSet presAssocID="{34033460-FC2B-4864-B432-7277D0086A4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struction Worker"/>
        </a:ext>
      </dgm:extLst>
    </dgm:pt>
    <dgm:pt modelId="{6991B19E-DD63-4E90-BDCA-2D2921B24420}" type="pres">
      <dgm:prSet presAssocID="{34033460-FC2B-4864-B432-7277D0086A47}" presName="spaceRect" presStyleCnt="0"/>
      <dgm:spPr/>
    </dgm:pt>
    <dgm:pt modelId="{1A2C1BA7-1C87-4825-8DC7-FABEF28EEE5F}" type="pres">
      <dgm:prSet presAssocID="{34033460-FC2B-4864-B432-7277D0086A47}" presName="textRect" presStyleLbl="revTx" presStyleIdx="0" presStyleCnt="3">
        <dgm:presLayoutVars>
          <dgm:chMax val="1"/>
          <dgm:chPref val="1"/>
        </dgm:presLayoutVars>
      </dgm:prSet>
      <dgm:spPr/>
    </dgm:pt>
    <dgm:pt modelId="{D3897894-182E-4D76-B95E-6C488622EFAD}" type="pres">
      <dgm:prSet presAssocID="{4DB4AB38-9E2C-46E0-BAFC-EF336AB3BA71}" presName="sibTrans" presStyleCnt="0"/>
      <dgm:spPr/>
    </dgm:pt>
    <dgm:pt modelId="{5CA4ECA9-9E15-46E0-BA6A-77783C0AF2EB}" type="pres">
      <dgm:prSet presAssocID="{E7A2B6E3-AF90-49F3-B588-533978B68ABE}" presName="compNode" presStyleCnt="0"/>
      <dgm:spPr/>
    </dgm:pt>
    <dgm:pt modelId="{EEF19DB5-D9DE-4620-810C-8218CC8345C6}" type="pres">
      <dgm:prSet presAssocID="{E7A2B6E3-AF90-49F3-B588-533978B68ABE}" presName="iconBgRect" presStyleLbl="bgShp" presStyleIdx="1" presStyleCnt="3"/>
      <dgm:spPr/>
    </dgm:pt>
    <dgm:pt modelId="{4D9C4D2C-8D95-4C4B-8596-7FABEF1A2673}" type="pres">
      <dgm:prSet presAssocID="{E7A2B6E3-AF90-49F3-B588-533978B68AB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ney"/>
        </a:ext>
      </dgm:extLst>
    </dgm:pt>
    <dgm:pt modelId="{10085296-F3D8-4FE9-BBAF-96ED2B0361FF}" type="pres">
      <dgm:prSet presAssocID="{E7A2B6E3-AF90-49F3-B588-533978B68ABE}" presName="spaceRect" presStyleCnt="0"/>
      <dgm:spPr/>
    </dgm:pt>
    <dgm:pt modelId="{7F746044-06C2-48B1-BFB5-DC57D712D658}" type="pres">
      <dgm:prSet presAssocID="{E7A2B6E3-AF90-49F3-B588-533978B68ABE}" presName="textRect" presStyleLbl="revTx" presStyleIdx="1" presStyleCnt="3">
        <dgm:presLayoutVars>
          <dgm:chMax val="1"/>
          <dgm:chPref val="1"/>
        </dgm:presLayoutVars>
      </dgm:prSet>
      <dgm:spPr/>
    </dgm:pt>
    <dgm:pt modelId="{F9DCCE5E-EFF8-490A-A80C-802FBFCB2296}" type="pres">
      <dgm:prSet presAssocID="{0C26887B-0D37-4D56-9C7B-5F719EC835E8}" presName="sibTrans" presStyleCnt="0"/>
      <dgm:spPr/>
    </dgm:pt>
    <dgm:pt modelId="{BE48878E-FFC0-49C1-935A-B91B3460ADB1}" type="pres">
      <dgm:prSet presAssocID="{942586EB-9F59-4347-95C4-E3FC545F93B7}" presName="compNode" presStyleCnt="0"/>
      <dgm:spPr/>
    </dgm:pt>
    <dgm:pt modelId="{EE858340-58A2-4874-91A3-2051054059EE}" type="pres">
      <dgm:prSet presAssocID="{942586EB-9F59-4347-95C4-E3FC545F93B7}" presName="iconBgRect" presStyleLbl="bgShp" presStyleIdx="2" presStyleCnt="3"/>
      <dgm:spPr/>
    </dgm:pt>
    <dgm:pt modelId="{E10AAAFD-5944-45BA-93AB-866028E1BEB5}" type="pres">
      <dgm:prSet presAssocID="{942586EB-9F59-4347-95C4-E3FC545F93B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un"/>
        </a:ext>
      </dgm:extLst>
    </dgm:pt>
    <dgm:pt modelId="{088FCAF6-5C84-4D6F-80EB-E5C009529EB4}" type="pres">
      <dgm:prSet presAssocID="{942586EB-9F59-4347-95C4-E3FC545F93B7}" presName="spaceRect" presStyleCnt="0"/>
      <dgm:spPr/>
    </dgm:pt>
    <dgm:pt modelId="{00FABB1C-8121-4E28-9079-E23E713C3A85}" type="pres">
      <dgm:prSet presAssocID="{942586EB-9F59-4347-95C4-E3FC545F93B7}" presName="textRect" presStyleLbl="revTx" presStyleIdx="2" presStyleCnt="3">
        <dgm:presLayoutVars>
          <dgm:chMax val="1"/>
          <dgm:chPref val="1"/>
        </dgm:presLayoutVars>
      </dgm:prSet>
      <dgm:spPr/>
    </dgm:pt>
  </dgm:ptLst>
  <dgm:cxnLst>
    <dgm:cxn modelId="{CAC84100-7862-413D-BA20-93EF066B9EAD}" type="presOf" srcId="{34033460-FC2B-4864-B432-7277D0086A47}" destId="{1A2C1BA7-1C87-4825-8DC7-FABEF28EEE5F}" srcOrd="0" destOrd="0" presId="urn:microsoft.com/office/officeart/2018/5/layout/IconCircleLabelList"/>
    <dgm:cxn modelId="{11A10206-1119-4552-9C42-15F9F66FC64C}" type="presOf" srcId="{942586EB-9F59-4347-95C4-E3FC545F93B7}" destId="{00FABB1C-8121-4E28-9079-E23E713C3A85}" srcOrd="0" destOrd="0" presId="urn:microsoft.com/office/officeart/2018/5/layout/IconCircleLabelList"/>
    <dgm:cxn modelId="{D428BA0E-468E-46C1-B9B8-D82A69A652EC}" srcId="{2EE2172A-4873-4F54-81DB-13C72A02F588}" destId="{E7A2B6E3-AF90-49F3-B588-533978B68ABE}" srcOrd="1" destOrd="0" parTransId="{4E0FD571-045E-46F6-A670-F5BAB6F35926}" sibTransId="{0C26887B-0D37-4D56-9C7B-5F719EC835E8}"/>
    <dgm:cxn modelId="{59151F22-ED01-4695-8902-A1C2DCC8447D}" type="presOf" srcId="{2EE2172A-4873-4F54-81DB-13C72A02F588}" destId="{46CF1EA2-A6D7-49AF-A910-7F731966B93C}" srcOrd="0" destOrd="0" presId="urn:microsoft.com/office/officeart/2018/5/layout/IconCircleLabelList"/>
    <dgm:cxn modelId="{7562E836-8153-426B-AD0D-91179128B2E4}" type="presOf" srcId="{E7A2B6E3-AF90-49F3-B588-533978B68ABE}" destId="{7F746044-06C2-48B1-BFB5-DC57D712D658}" srcOrd="0" destOrd="0" presId="urn:microsoft.com/office/officeart/2018/5/layout/IconCircleLabelList"/>
    <dgm:cxn modelId="{19B1519D-EA1F-4812-9C22-780D3D754854}" srcId="{2EE2172A-4873-4F54-81DB-13C72A02F588}" destId="{942586EB-9F59-4347-95C4-E3FC545F93B7}" srcOrd="2" destOrd="0" parTransId="{05AA9846-3376-4A3B-80EA-14CF87F34ABD}" sibTransId="{045F1D9B-C945-4F71-90C2-E55B40787139}"/>
    <dgm:cxn modelId="{32FCABA0-914B-425E-8B81-BF518AF4C685}" srcId="{2EE2172A-4873-4F54-81DB-13C72A02F588}" destId="{34033460-FC2B-4864-B432-7277D0086A47}" srcOrd="0" destOrd="0" parTransId="{7995CE84-0EF2-4645-91AE-218FB77E7C9E}" sibTransId="{4DB4AB38-9E2C-46E0-BAFC-EF336AB3BA71}"/>
    <dgm:cxn modelId="{FFA1F419-0165-4425-8F86-2859C72806BA}" type="presParOf" srcId="{46CF1EA2-A6D7-49AF-A910-7F731966B93C}" destId="{FC27F510-398A-4099-BCA6-C24F4F9406DF}" srcOrd="0" destOrd="0" presId="urn:microsoft.com/office/officeart/2018/5/layout/IconCircleLabelList"/>
    <dgm:cxn modelId="{359ACC28-C169-4118-80CE-F5768E552BDB}" type="presParOf" srcId="{FC27F510-398A-4099-BCA6-C24F4F9406DF}" destId="{358CD3F9-4AE5-49C7-A2E1-EFA02AD911AB}" srcOrd="0" destOrd="0" presId="urn:microsoft.com/office/officeart/2018/5/layout/IconCircleLabelList"/>
    <dgm:cxn modelId="{63286D4B-AAA2-4B86-9CBB-402518ACC22A}" type="presParOf" srcId="{FC27F510-398A-4099-BCA6-C24F4F9406DF}" destId="{442F1C80-34FC-4643-9072-4A7D334983DE}" srcOrd="1" destOrd="0" presId="urn:microsoft.com/office/officeart/2018/5/layout/IconCircleLabelList"/>
    <dgm:cxn modelId="{3B48F74D-4635-4460-BA42-74A2DBF0C6F0}" type="presParOf" srcId="{FC27F510-398A-4099-BCA6-C24F4F9406DF}" destId="{6991B19E-DD63-4E90-BDCA-2D2921B24420}" srcOrd="2" destOrd="0" presId="urn:microsoft.com/office/officeart/2018/5/layout/IconCircleLabelList"/>
    <dgm:cxn modelId="{E574AE19-DC5C-483E-954A-92177BB35069}" type="presParOf" srcId="{FC27F510-398A-4099-BCA6-C24F4F9406DF}" destId="{1A2C1BA7-1C87-4825-8DC7-FABEF28EEE5F}" srcOrd="3" destOrd="0" presId="urn:microsoft.com/office/officeart/2018/5/layout/IconCircleLabelList"/>
    <dgm:cxn modelId="{236B73D4-A640-4732-B501-AC11DC15FC90}" type="presParOf" srcId="{46CF1EA2-A6D7-49AF-A910-7F731966B93C}" destId="{D3897894-182E-4D76-B95E-6C488622EFAD}" srcOrd="1" destOrd="0" presId="urn:microsoft.com/office/officeart/2018/5/layout/IconCircleLabelList"/>
    <dgm:cxn modelId="{FD10E13C-D55A-443E-98E8-DA7DA9FCBC19}" type="presParOf" srcId="{46CF1EA2-A6D7-49AF-A910-7F731966B93C}" destId="{5CA4ECA9-9E15-46E0-BA6A-77783C0AF2EB}" srcOrd="2" destOrd="0" presId="urn:microsoft.com/office/officeart/2018/5/layout/IconCircleLabelList"/>
    <dgm:cxn modelId="{6E90B739-E10C-4A27-B4BD-9875F231D25C}" type="presParOf" srcId="{5CA4ECA9-9E15-46E0-BA6A-77783C0AF2EB}" destId="{EEF19DB5-D9DE-4620-810C-8218CC8345C6}" srcOrd="0" destOrd="0" presId="urn:microsoft.com/office/officeart/2018/5/layout/IconCircleLabelList"/>
    <dgm:cxn modelId="{3A0EE381-112B-4F9C-A403-49DCDC1302E0}" type="presParOf" srcId="{5CA4ECA9-9E15-46E0-BA6A-77783C0AF2EB}" destId="{4D9C4D2C-8D95-4C4B-8596-7FABEF1A2673}" srcOrd="1" destOrd="0" presId="urn:microsoft.com/office/officeart/2018/5/layout/IconCircleLabelList"/>
    <dgm:cxn modelId="{3071A977-D07E-4577-B526-B608BFD65B50}" type="presParOf" srcId="{5CA4ECA9-9E15-46E0-BA6A-77783C0AF2EB}" destId="{10085296-F3D8-4FE9-BBAF-96ED2B0361FF}" srcOrd="2" destOrd="0" presId="urn:microsoft.com/office/officeart/2018/5/layout/IconCircleLabelList"/>
    <dgm:cxn modelId="{9685BBA2-6993-4347-BD86-B9CA509D7637}" type="presParOf" srcId="{5CA4ECA9-9E15-46E0-BA6A-77783C0AF2EB}" destId="{7F746044-06C2-48B1-BFB5-DC57D712D658}" srcOrd="3" destOrd="0" presId="urn:microsoft.com/office/officeart/2018/5/layout/IconCircleLabelList"/>
    <dgm:cxn modelId="{A604576C-40A3-4742-8DFE-91880CA92B38}" type="presParOf" srcId="{46CF1EA2-A6D7-49AF-A910-7F731966B93C}" destId="{F9DCCE5E-EFF8-490A-A80C-802FBFCB2296}" srcOrd="3" destOrd="0" presId="urn:microsoft.com/office/officeart/2018/5/layout/IconCircleLabelList"/>
    <dgm:cxn modelId="{EB25B024-B9F7-4B19-97EE-97BADBCF72B1}" type="presParOf" srcId="{46CF1EA2-A6D7-49AF-A910-7F731966B93C}" destId="{BE48878E-FFC0-49C1-935A-B91B3460ADB1}" srcOrd="4" destOrd="0" presId="urn:microsoft.com/office/officeart/2018/5/layout/IconCircleLabelList"/>
    <dgm:cxn modelId="{49128F67-FBD9-4321-A4CD-ABFA9E6D77FC}" type="presParOf" srcId="{BE48878E-FFC0-49C1-935A-B91B3460ADB1}" destId="{EE858340-58A2-4874-91A3-2051054059EE}" srcOrd="0" destOrd="0" presId="urn:microsoft.com/office/officeart/2018/5/layout/IconCircleLabelList"/>
    <dgm:cxn modelId="{26B0CA9A-E0EE-4B51-8FC0-16DA5FD51BF3}" type="presParOf" srcId="{BE48878E-FFC0-49C1-935A-B91B3460ADB1}" destId="{E10AAAFD-5944-45BA-93AB-866028E1BEB5}" srcOrd="1" destOrd="0" presId="urn:microsoft.com/office/officeart/2018/5/layout/IconCircleLabelList"/>
    <dgm:cxn modelId="{B42C74E7-8D69-491B-B860-C3FAA3ED837F}" type="presParOf" srcId="{BE48878E-FFC0-49C1-935A-B91B3460ADB1}" destId="{088FCAF6-5C84-4D6F-80EB-E5C009529EB4}" srcOrd="2" destOrd="0" presId="urn:microsoft.com/office/officeart/2018/5/layout/IconCircleLabelList"/>
    <dgm:cxn modelId="{34250B54-5AF0-43B6-B807-58EA45648A1B}" type="presParOf" srcId="{BE48878E-FFC0-49C1-935A-B91B3460ADB1}" destId="{00FABB1C-8121-4E28-9079-E23E713C3A85}"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FD8D0A4-FD84-4CB0-8312-3133700193D2}" type="doc">
      <dgm:prSet loTypeId="urn:microsoft.com/office/officeart/2005/8/layout/hierarchy1" loCatId="hierarchy" qsTypeId="urn:microsoft.com/office/officeart/2005/8/quickstyle/simple4" qsCatId="simple" csTypeId="urn:microsoft.com/office/officeart/2005/8/colors/colorful2" csCatId="colorful" phldr="1"/>
      <dgm:spPr/>
      <dgm:t>
        <a:bodyPr/>
        <a:lstStyle/>
        <a:p>
          <a:endParaRPr lang="en-US"/>
        </a:p>
      </dgm:t>
    </dgm:pt>
    <dgm:pt modelId="{1EF58D9D-BC60-4F93-842E-BE2D1B5D5A8A}">
      <dgm:prSet/>
      <dgm:spPr/>
      <dgm:t>
        <a:bodyPr/>
        <a:lstStyle/>
        <a:p>
          <a:pPr>
            <a:lnSpc>
              <a:spcPct val="100000"/>
            </a:lnSpc>
            <a:defRPr b="1"/>
          </a:pPr>
          <a:r>
            <a:rPr lang="en-US" b="1"/>
            <a:t>Sensors</a:t>
          </a:r>
          <a:r>
            <a:rPr lang="en-US"/>
            <a:t>:</a:t>
          </a:r>
        </a:p>
      </dgm:t>
    </dgm:pt>
    <dgm:pt modelId="{F918858E-3DC5-4C77-B6A6-D0CFFA7F208B}" type="parTrans" cxnId="{BB2F4162-08DB-4898-8573-E6F64D97868B}">
      <dgm:prSet/>
      <dgm:spPr/>
      <dgm:t>
        <a:bodyPr/>
        <a:lstStyle/>
        <a:p>
          <a:endParaRPr lang="en-US"/>
        </a:p>
      </dgm:t>
    </dgm:pt>
    <dgm:pt modelId="{2D51130B-1B41-4BF6-8933-4B64ABEF3171}" type="sibTrans" cxnId="{BB2F4162-08DB-4898-8573-E6F64D97868B}">
      <dgm:prSet/>
      <dgm:spPr/>
      <dgm:t>
        <a:bodyPr/>
        <a:lstStyle/>
        <a:p>
          <a:endParaRPr lang="en-US"/>
        </a:p>
      </dgm:t>
    </dgm:pt>
    <dgm:pt modelId="{D5197D44-7831-45E9-B614-91E84C92D8CE}">
      <dgm:prSet/>
      <dgm:spPr/>
      <dgm:t>
        <a:bodyPr/>
        <a:lstStyle/>
        <a:p>
          <a:pPr>
            <a:lnSpc>
              <a:spcPct val="100000"/>
            </a:lnSpc>
          </a:pPr>
          <a:r>
            <a:rPr lang="en-US" dirty="0"/>
            <a:t>Moisture Sensor</a:t>
          </a:r>
        </a:p>
      </dgm:t>
    </dgm:pt>
    <dgm:pt modelId="{4E3C35FF-4DD8-48C0-BADA-6BE3DB0A1AAC}" type="parTrans" cxnId="{A8B22DAC-3379-4BEE-BB62-5709AF5842D8}">
      <dgm:prSet/>
      <dgm:spPr/>
      <dgm:t>
        <a:bodyPr/>
        <a:lstStyle/>
        <a:p>
          <a:endParaRPr lang="en-US"/>
        </a:p>
      </dgm:t>
    </dgm:pt>
    <dgm:pt modelId="{9835DA7A-0AD8-412E-9941-1376DC22C892}" type="sibTrans" cxnId="{A8B22DAC-3379-4BEE-BB62-5709AF5842D8}">
      <dgm:prSet/>
      <dgm:spPr/>
      <dgm:t>
        <a:bodyPr/>
        <a:lstStyle/>
        <a:p>
          <a:endParaRPr lang="en-US"/>
        </a:p>
      </dgm:t>
    </dgm:pt>
    <dgm:pt modelId="{37B378B7-C08E-49AB-A60F-C89C8BDEA5EB}">
      <dgm:prSet/>
      <dgm:spPr/>
      <dgm:t>
        <a:bodyPr/>
        <a:lstStyle/>
        <a:p>
          <a:pPr>
            <a:lnSpc>
              <a:spcPct val="100000"/>
            </a:lnSpc>
          </a:pPr>
          <a:r>
            <a:rPr lang="en-US" dirty="0"/>
            <a:t> Current Sensor</a:t>
          </a:r>
        </a:p>
      </dgm:t>
    </dgm:pt>
    <dgm:pt modelId="{9760C111-45C0-4044-BA84-673BEC6CE724}" type="parTrans" cxnId="{1BA88D1F-2265-449E-AF73-DC66014586E8}">
      <dgm:prSet/>
      <dgm:spPr/>
      <dgm:t>
        <a:bodyPr/>
        <a:lstStyle/>
        <a:p>
          <a:endParaRPr lang="en-US"/>
        </a:p>
      </dgm:t>
    </dgm:pt>
    <dgm:pt modelId="{6841A65B-AD73-4F7C-BEF4-D67962E164AC}" type="sibTrans" cxnId="{1BA88D1F-2265-449E-AF73-DC66014586E8}">
      <dgm:prSet/>
      <dgm:spPr/>
      <dgm:t>
        <a:bodyPr/>
        <a:lstStyle/>
        <a:p>
          <a:endParaRPr lang="en-US"/>
        </a:p>
      </dgm:t>
    </dgm:pt>
    <dgm:pt modelId="{45992878-FE31-419B-B06B-05986120CFA5}">
      <dgm:prSet/>
      <dgm:spPr/>
      <dgm:t>
        <a:bodyPr/>
        <a:lstStyle/>
        <a:p>
          <a:pPr>
            <a:lnSpc>
              <a:spcPct val="100000"/>
            </a:lnSpc>
          </a:pPr>
          <a:r>
            <a:rPr lang="en-US" dirty="0"/>
            <a:t>Voltage Sensor</a:t>
          </a:r>
        </a:p>
      </dgm:t>
    </dgm:pt>
    <dgm:pt modelId="{8E777215-B6A5-406C-BEE3-2203A2DF9EB0}" type="parTrans" cxnId="{D336BCB7-3BFD-4A02-8D18-E65BB6EFAF55}">
      <dgm:prSet/>
      <dgm:spPr/>
      <dgm:t>
        <a:bodyPr/>
        <a:lstStyle/>
        <a:p>
          <a:endParaRPr lang="en-US"/>
        </a:p>
      </dgm:t>
    </dgm:pt>
    <dgm:pt modelId="{177A37C5-DB7B-4664-85B5-A79D04162C4E}" type="sibTrans" cxnId="{D336BCB7-3BFD-4A02-8D18-E65BB6EFAF55}">
      <dgm:prSet/>
      <dgm:spPr/>
      <dgm:t>
        <a:bodyPr/>
        <a:lstStyle/>
        <a:p>
          <a:endParaRPr lang="en-US"/>
        </a:p>
      </dgm:t>
    </dgm:pt>
    <dgm:pt modelId="{D8AC942B-F660-42FD-9147-11BD79FADE57}">
      <dgm:prSet/>
      <dgm:spPr/>
      <dgm:t>
        <a:bodyPr/>
        <a:lstStyle/>
        <a:p>
          <a:pPr>
            <a:lnSpc>
              <a:spcPct val="100000"/>
            </a:lnSpc>
            <a:defRPr b="1"/>
          </a:pPr>
          <a:r>
            <a:rPr lang="en-US" b="1" dirty="0"/>
            <a:t>Microcontroller</a:t>
          </a:r>
          <a:r>
            <a:rPr lang="en-US" dirty="0"/>
            <a:t>: ESP32</a:t>
          </a:r>
        </a:p>
      </dgm:t>
    </dgm:pt>
    <dgm:pt modelId="{B73ABCFA-B1F0-412C-AE94-2B51A21234FA}" type="parTrans" cxnId="{BFF3C576-4423-4F9A-9780-08746D3F71C3}">
      <dgm:prSet/>
      <dgm:spPr/>
      <dgm:t>
        <a:bodyPr/>
        <a:lstStyle/>
        <a:p>
          <a:endParaRPr lang="en-US"/>
        </a:p>
      </dgm:t>
    </dgm:pt>
    <dgm:pt modelId="{FE19E87E-ACC1-4C6B-91EC-CF81D00BDABE}" type="sibTrans" cxnId="{BFF3C576-4423-4F9A-9780-08746D3F71C3}">
      <dgm:prSet/>
      <dgm:spPr/>
      <dgm:t>
        <a:bodyPr/>
        <a:lstStyle/>
        <a:p>
          <a:endParaRPr lang="en-US"/>
        </a:p>
      </dgm:t>
    </dgm:pt>
    <dgm:pt modelId="{921E893B-7211-403B-A4E1-558D7ABB983D}">
      <dgm:prSet/>
      <dgm:spPr/>
      <dgm:t>
        <a:bodyPr/>
        <a:lstStyle/>
        <a:p>
          <a:pPr>
            <a:lnSpc>
              <a:spcPct val="100000"/>
            </a:lnSpc>
            <a:defRPr b="1"/>
          </a:pPr>
          <a:r>
            <a:rPr lang="en-US" b="1" dirty="0"/>
            <a:t>Communication Interface</a:t>
          </a:r>
          <a:r>
            <a:rPr lang="en-US" dirty="0"/>
            <a:t>: Adafruit IO via Wi-Fi</a:t>
          </a:r>
        </a:p>
      </dgm:t>
    </dgm:pt>
    <dgm:pt modelId="{D2E6E955-A802-499F-B1E1-93D9F5EE7437}" type="parTrans" cxnId="{7BE8DE36-3F8B-4FFF-A8A3-E7AFE1C45D3B}">
      <dgm:prSet/>
      <dgm:spPr/>
      <dgm:t>
        <a:bodyPr/>
        <a:lstStyle/>
        <a:p>
          <a:endParaRPr lang="en-US"/>
        </a:p>
      </dgm:t>
    </dgm:pt>
    <dgm:pt modelId="{86E4C88C-5CD0-475A-99AD-19BE495B72D9}" type="sibTrans" cxnId="{7BE8DE36-3F8B-4FFF-A8A3-E7AFE1C45D3B}">
      <dgm:prSet/>
      <dgm:spPr/>
      <dgm:t>
        <a:bodyPr/>
        <a:lstStyle/>
        <a:p>
          <a:endParaRPr lang="en-US"/>
        </a:p>
      </dgm:t>
    </dgm:pt>
    <dgm:pt modelId="{3AB70DBF-5B43-44CB-B118-B50706923CDD}">
      <dgm:prSet/>
      <dgm:spPr/>
      <dgm:t>
        <a:bodyPr/>
        <a:lstStyle/>
        <a:p>
          <a:pPr>
            <a:lnSpc>
              <a:spcPct val="100000"/>
            </a:lnSpc>
            <a:defRPr b="1"/>
          </a:pPr>
          <a:r>
            <a:rPr lang="en-US" b="1" dirty="0"/>
            <a:t>Power</a:t>
          </a:r>
          <a:r>
            <a:rPr lang="en-US" dirty="0"/>
            <a:t>: DC power supply/ 5v rechargeable batteries</a:t>
          </a:r>
        </a:p>
      </dgm:t>
    </dgm:pt>
    <dgm:pt modelId="{97CE8A0D-82AB-4FEA-ABCB-5B08A772FB9B}" type="parTrans" cxnId="{5521F62F-0523-4905-9BDF-ECAF7B8E3F32}">
      <dgm:prSet/>
      <dgm:spPr/>
      <dgm:t>
        <a:bodyPr/>
        <a:lstStyle/>
        <a:p>
          <a:endParaRPr lang="en-US"/>
        </a:p>
      </dgm:t>
    </dgm:pt>
    <dgm:pt modelId="{75E7402A-E35A-4FBC-A580-73875ABCA428}" type="sibTrans" cxnId="{5521F62F-0523-4905-9BDF-ECAF7B8E3F32}">
      <dgm:prSet/>
      <dgm:spPr/>
      <dgm:t>
        <a:bodyPr/>
        <a:lstStyle/>
        <a:p>
          <a:endParaRPr lang="en-US"/>
        </a:p>
      </dgm:t>
    </dgm:pt>
    <dgm:pt modelId="{287056AB-57DD-4F34-B253-DA624124EF58}" type="pres">
      <dgm:prSet presAssocID="{1FD8D0A4-FD84-4CB0-8312-3133700193D2}" presName="hierChild1" presStyleCnt="0">
        <dgm:presLayoutVars>
          <dgm:chPref val="1"/>
          <dgm:dir/>
          <dgm:animOne val="branch"/>
          <dgm:animLvl val="lvl"/>
          <dgm:resizeHandles/>
        </dgm:presLayoutVars>
      </dgm:prSet>
      <dgm:spPr/>
    </dgm:pt>
    <dgm:pt modelId="{CBBF131F-5E0D-4BD5-BD12-250634715F28}" type="pres">
      <dgm:prSet presAssocID="{1EF58D9D-BC60-4F93-842E-BE2D1B5D5A8A}" presName="hierRoot1" presStyleCnt="0"/>
      <dgm:spPr/>
    </dgm:pt>
    <dgm:pt modelId="{F0429CB4-EAB2-4666-B55B-141872AD156B}" type="pres">
      <dgm:prSet presAssocID="{1EF58D9D-BC60-4F93-842E-BE2D1B5D5A8A}" presName="composite" presStyleCnt="0"/>
      <dgm:spPr/>
    </dgm:pt>
    <dgm:pt modelId="{45C1F8E4-E2DB-4EC7-93FA-940AC5524776}" type="pres">
      <dgm:prSet presAssocID="{1EF58D9D-BC60-4F93-842E-BE2D1B5D5A8A}" presName="background" presStyleLbl="node0" presStyleIdx="0" presStyleCnt="4"/>
      <dgm:spPr/>
    </dgm:pt>
    <dgm:pt modelId="{F7961713-176F-4B2D-B9F0-4FFFE9385D54}" type="pres">
      <dgm:prSet presAssocID="{1EF58D9D-BC60-4F93-842E-BE2D1B5D5A8A}" presName="text" presStyleLbl="fgAcc0" presStyleIdx="0" presStyleCnt="4">
        <dgm:presLayoutVars>
          <dgm:chPref val="3"/>
        </dgm:presLayoutVars>
      </dgm:prSet>
      <dgm:spPr/>
    </dgm:pt>
    <dgm:pt modelId="{F960D163-A26A-4575-9764-1A1FFAE3EB92}" type="pres">
      <dgm:prSet presAssocID="{1EF58D9D-BC60-4F93-842E-BE2D1B5D5A8A}" presName="hierChild2" presStyleCnt="0"/>
      <dgm:spPr/>
    </dgm:pt>
    <dgm:pt modelId="{EA170EE2-AB20-4D91-96EF-96DE600A94BF}" type="pres">
      <dgm:prSet presAssocID="{4E3C35FF-4DD8-48C0-BADA-6BE3DB0A1AAC}" presName="Name10" presStyleLbl="parChTrans1D2" presStyleIdx="0" presStyleCnt="3"/>
      <dgm:spPr/>
    </dgm:pt>
    <dgm:pt modelId="{EDA480D7-3215-4019-8F2F-61C239045D77}" type="pres">
      <dgm:prSet presAssocID="{D5197D44-7831-45E9-B614-91E84C92D8CE}" presName="hierRoot2" presStyleCnt="0"/>
      <dgm:spPr/>
    </dgm:pt>
    <dgm:pt modelId="{BFCD0FEE-226F-4F18-8320-60B94A75F29B}" type="pres">
      <dgm:prSet presAssocID="{D5197D44-7831-45E9-B614-91E84C92D8CE}" presName="composite2" presStyleCnt="0"/>
      <dgm:spPr/>
    </dgm:pt>
    <dgm:pt modelId="{1F6D38B9-F850-4CD5-9E3B-353D1009A2A2}" type="pres">
      <dgm:prSet presAssocID="{D5197D44-7831-45E9-B614-91E84C92D8CE}" presName="background2" presStyleLbl="node2" presStyleIdx="0" presStyleCnt="3"/>
      <dgm:spPr/>
    </dgm:pt>
    <dgm:pt modelId="{73A2F470-380B-42C1-8F3A-C9C8BF414828}" type="pres">
      <dgm:prSet presAssocID="{D5197D44-7831-45E9-B614-91E84C92D8CE}" presName="text2" presStyleLbl="fgAcc2" presStyleIdx="0" presStyleCnt="3">
        <dgm:presLayoutVars>
          <dgm:chPref val="3"/>
        </dgm:presLayoutVars>
      </dgm:prSet>
      <dgm:spPr/>
    </dgm:pt>
    <dgm:pt modelId="{27C4D1EE-05C4-4C57-8F5F-10DB34357544}" type="pres">
      <dgm:prSet presAssocID="{D5197D44-7831-45E9-B614-91E84C92D8CE}" presName="hierChild3" presStyleCnt="0"/>
      <dgm:spPr/>
    </dgm:pt>
    <dgm:pt modelId="{92DB10ED-534C-49F3-A062-D62A9AB3EF7C}" type="pres">
      <dgm:prSet presAssocID="{9760C111-45C0-4044-BA84-673BEC6CE724}" presName="Name10" presStyleLbl="parChTrans1D2" presStyleIdx="1" presStyleCnt="3"/>
      <dgm:spPr/>
    </dgm:pt>
    <dgm:pt modelId="{58E97BA3-426F-4212-B40B-0C3BD5334F83}" type="pres">
      <dgm:prSet presAssocID="{37B378B7-C08E-49AB-A60F-C89C8BDEA5EB}" presName="hierRoot2" presStyleCnt="0"/>
      <dgm:spPr/>
    </dgm:pt>
    <dgm:pt modelId="{7F00881F-EB36-482F-9EE0-0E48614041D7}" type="pres">
      <dgm:prSet presAssocID="{37B378B7-C08E-49AB-A60F-C89C8BDEA5EB}" presName="composite2" presStyleCnt="0"/>
      <dgm:spPr/>
    </dgm:pt>
    <dgm:pt modelId="{B4AFA2F2-7AF1-4235-8E97-2334606B811A}" type="pres">
      <dgm:prSet presAssocID="{37B378B7-C08E-49AB-A60F-C89C8BDEA5EB}" presName="background2" presStyleLbl="node2" presStyleIdx="1" presStyleCnt="3"/>
      <dgm:spPr/>
    </dgm:pt>
    <dgm:pt modelId="{E53F469F-9446-40C5-8B41-AF18D600330E}" type="pres">
      <dgm:prSet presAssocID="{37B378B7-C08E-49AB-A60F-C89C8BDEA5EB}" presName="text2" presStyleLbl="fgAcc2" presStyleIdx="1" presStyleCnt="3">
        <dgm:presLayoutVars>
          <dgm:chPref val="3"/>
        </dgm:presLayoutVars>
      </dgm:prSet>
      <dgm:spPr/>
    </dgm:pt>
    <dgm:pt modelId="{2B5012FC-83A0-46A1-8CEF-0F1134B4F225}" type="pres">
      <dgm:prSet presAssocID="{37B378B7-C08E-49AB-A60F-C89C8BDEA5EB}" presName="hierChild3" presStyleCnt="0"/>
      <dgm:spPr/>
    </dgm:pt>
    <dgm:pt modelId="{D3AD0D71-AA51-4954-AD0C-733716B0DC38}" type="pres">
      <dgm:prSet presAssocID="{8E777215-B6A5-406C-BEE3-2203A2DF9EB0}" presName="Name10" presStyleLbl="parChTrans1D2" presStyleIdx="2" presStyleCnt="3"/>
      <dgm:spPr/>
    </dgm:pt>
    <dgm:pt modelId="{C1E943D5-207F-4772-A88E-8693438E011A}" type="pres">
      <dgm:prSet presAssocID="{45992878-FE31-419B-B06B-05986120CFA5}" presName="hierRoot2" presStyleCnt="0"/>
      <dgm:spPr/>
    </dgm:pt>
    <dgm:pt modelId="{A1800235-A019-484D-B685-58C9F3C704BF}" type="pres">
      <dgm:prSet presAssocID="{45992878-FE31-419B-B06B-05986120CFA5}" presName="composite2" presStyleCnt="0"/>
      <dgm:spPr/>
    </dgm:pt>
    <dgm:pt modelId="{056576F0-01E7-49CB-9670-FA1D47934DD6}" type="pres">
      <dgm:prSet presAssocID="{45992878-FE31-419B-B06B-05986120CFA5}" presName="background2" presStyleLbl="node2" presStyleIdx="2" presStyleCnt="3"/>
      <dgm:spPr/>
    </dgm:pt>
    <dgm:pt modelId="{4BCDE53E-8B5A-4236-B3B9-F55494E9FF16}" type="pres">
      <dgm:prSet presAssocID="{45992878-FE31-419B-B06B-05986120CFA5}" presName="text2" presStyleLbl="fgAcc2" presStyleIdx="2" presStyleCnt="3">
        <dgm:presLayoutVars>
          <dgm:chPref val="3"/>
        </dgm:presLayoutVars>
      </dgm:prSet>
      <dgm:spPr/>
    </dgm:pt>
    <dgm:pt modelId="{7369AAA4-C08F-47F0-82A6-3702CB014657}" type="pres">
      <dgm:prSet presAssocID="{45992878-FE31-419B-B06B-05986120CFA5}" presName="hierChild3" presStyleCnt="0"/>
      <dgm:spPr/>
    </dgm:pt>
    <dgm:pt modelId="{CFE06827-B892-4EE1-BE05-4C11215AC35D}" type="pres">
      <dgm:prSet presAssocID="{D8AC942B-F660-42FD-9147-11BD79FADE57}" presName="hierRoot1" presStyleCnt="0"/>
      <dgm:spPr/>
    </dgm:pt>
    <dgm:pt modelId="{30103317-657A-4D33-8844-5E9758D785AC}" type="pres">
      <dgm:prSet presAssocID="{D8AC942B-F660-42FD-9147-11BD79FADE57}" presName="composite" presStyleCnt="0"/>
      <dgm:spPr/>
    </dgm:pt>
    <dgm:pt modelId="{D3D8C8BD-6690-43EB-8DB4-051592A31343}" type="pres">
      <dgm:prSet presAssocID="{D8AC942B-F660-42FD-9147-11BD79FADE57}" presName="background" presStyleLbl="node0" presStyleIdx="1" presStyleCnt="4"/>
      <dgm:spPr/>
    </dgm:pt>
    <dgm:pt modelId="{2E245DD4-6035-4E23-B744-25FACD98E0DF}" type="pres">
      <dgm:prSet presAssocID="{D8AC942B-F660-42FD-9147-11BD79FADE57}" presName="text" presStyleLbl="fgAcc0" presStyleIdx="1" presStyleCnt="4">
        <dgm:presLayoutVars>
          <dgm:chPref val="3"/>
        </dgm:presLayoutVars>
      </dgm:prSet>
      <dgm:spPr/>
    </dgm:pt>
    <dgm:pt modelId="{97BE9C61-7F38-4E8C-A01C-3F4C97423C81}" type="pres">
      <dgm:prSet presAssocID="{D8AC942B-F660-42FD-9147-11BD79FADE57}" presName="hierChild2" presStyleCnt="0"/>
      <dgm:spPr/>
    </dgm:pt>
    <dgm:pt modelId="{038DDE14-B96E-4AEE-B336-F05A0F0F3FD0}" type="pres">
      <dgm:prSet presAssocID="{921E893B-7211-403B-A4E1-558D7ABB983D}" presName="hierRoot1" presStyleCnt="0"/>
      <dgm:spPr/>
    </dgm:pt>
    <dgm:pt modelId="{AC485711-6351-4B97-BA88-822163C81279}" type="pres">
      <dgm:prSet presAssocID="{921E893B-7211-403B-A4E1-558D7ABB983D}" presName="composite" presStyleCnt="0"/>
      <dgm:spPr/>
    </dgm:pt>
    <dgm:pt modelId="{0EFCA598-D965-405F-92C8-87D9B0E0038A}" type="pres">
      <dgm:prSet presAssocID="{921E893B-7211-403B-A4E1-558D7ABB983D}" presName="background" presStyleLbl="node0" presStyleIdx="2" presStyleCnt="4"/>
      <dgm:spPr/>
    </dgm:pt>
    <dgm:pt modelId="{9BBCC89D-E8DF-48D4-9181-DF1A5BF2812E}" type="pres">
      <dgm:prSet presAssocID="{921E893B-7211-403B-A4E1-558D7ABB983D}" presName="text" presStyleLbl="fgAcc0" presStyleIdx="2" presStyleCnt="4">
        <dgm:presLayoutVars>
          <dgm:chPref val="3"/>
        </dgm:presLayoutVars>
      </dgm:prSet>
      <dgm:spPr/>
    </dgm:pt>
    <dgm:pt modelId="{AFEF04FA-2263-4400-A953-ED4875C5BF24}" type="pres">
      <dgm:prSet presAssocID="{921E893B-7211-403B-A4E1-558D7ABB983D}" presName="hierChild2" presStyleCnt="0"/>
      <dgm:spPr/>
    </dgm:pt>
    <dgm:pt modelId="{D83EBAF4-E849-46EF-89FE-411331A9C463}" type="pres">
      <dgm:prSet presAssocID="{3AB70DBF-5B43-44CB-B118-B50706923CDD}" presName="hierRoot1" presStyleCnt="0"/>
      <dgm:spPr/>
    </dgm:pt>
    <dgm:pt modelId="{AD4A236D-8F75-418D-89B7-B4DF66BA59CC}" type="pres">
      <dgm:prSet presAssocID="{3AB70DBF-5B43-44CB-B118-B50706923CDD}" presName="composite" presStyleCnt="0"/>
      <dgm:spPr/>
    </dgm:pt>
    <dgm:pt modelId="{FDC3A968-B23C-4C90-8A35-21A24115B038}" type="pres">
      <dgm:prSet presAssocID="{3AB70DBF-5B43-44CB-B118-B50706923CDD}" presName="background" presStyleLbl="node0" presStyleIdx="3" presStyleCnt="4"/>
      <dgm:spPr/>
    </dgm:pt>
    <dgm:pt modelId="{7017CF24-E1BA-45D1-85F7-0734A01E3D87}" type="pres">
      <dgm:prSet presAssocID="{3AB70DBF-5B43-44CB-B118-B50706923CDD}" presName="text" presStyleLbl="fgAcc0" presStyleIdx="3" presStyleCnt="4">
        <dgm:presLayoutVars>
          <dgm:chPref val="3"/>
        </dgm:presLayoutVars>
      </dgm:prSet>
      <dgm:spPr/>
    </dgm:pt>
    <dgm:pt modelId="{3D3B086A-283A-4C65-BF63-5D7352C6E07D}" type="pres">
      <dgm:prSet presAssocID="{3AB70DBF-5B43-44CB-B118-B50706923CDD}" presName="hierChild2" presStyleCnt="0"/>
      <dgm:spPr/>
    </dgm:pt>
  </dgm:ptLst>
  <dgm:cxnLst>
    <dgm:cxn modelId="{1BA88D1F-2265-449E-AF73-DC66014586E8}" srcId="{1EF58D9D-BC60-4F93-842E-BE2D1B5D5A8A}" destId="{37B378B7-C08E-49AB-A60F-C89C8BDEA5EB}" srcOrd="1" destOrd="0" parTransId="{9760C111-45C0-4044-BA84-673BEC6CE724}" sibTransId="{6841A65B-AD73-4F7C-BEF4-D67962E164AC}"/>
    <dgm:cxn modelId="{0D7C802C-F885-45E3-A5C6-98A6E0C83285}" type="presOf" srcId="{8E777215-B6A5-406C-BEE3-2203A2DF9EB0}" destId="{D3AD0D71-AA51-4954-AD0C-733716B0DC38}" srcOrd="0" destOrd="0" presId="urn:microsoft.com/office/officeart/2005/8/layout/hierarchy1"/>
    <dgm:cxn modelId="{5521F62F-0523-4905-9BDF-ECAF7B8E3F32}" srcId="{1FD8D0A4-FD84-4CB0-8312-3133700193D2}" destId="{3AB70DBF-5B43-44CB-B118-B50706923CDD}" srcOrd="3" destOrd="0" parTransId="{97CE8A0D-82AB-4FEA-ABCB-5B08A772FB9B}" sibTransId="{75E7402A-E35A-4FBC-A580-73875ABCA428}"/>
    <dgm:cxn modelId="{AF2CB936-9419-4D60-8192-DD8ECAC7A41A}" type="presOf" srcId="{9760C111-45C0-4044-BA84-673BEC6CE724}" destId="{92DB10ED-534C-49F3-A062-D62A9AB3EF7C}" srcOrd="0" destOrd="0" presId="urn:microsoft.com/office/officeart/2005/8/layout/hierarchy1"/>
    <dgm:cxn modelId="{7BE8DE36-3F8B-4FFF-A8A3-E7AFE1C45D3B}" srcId="{1FD8D0A4-FD84-4CB0-8312-3133700193D2}" destId="{921E893B-7211-403B-A4E1-558D7ABB983D}" srcOrd="2" destOrd="0" parTransId="{D2E6E955-A802-499F-B1E1-93D9F5EE7437}" sibTransId="{86E4C88C-5CD0-475A-99AD-19BE495B72D9}"/>
    <dgm:cxn modelId="{ED5C7540-C99A-4F44-BEDD-CB65A67C947D}" type="presOf" srcId="{45992878-FE31-419B-B06B-05986120CFA5}" destId="{4BCDE53E-8B5A-4236-B3B9-F55494E9FF16}" srcOrd="0" destOrd="0" presId="urn:microsoft.com/office/officeart/2005/8/layout/hierarchy1"/>
    <dgm:cxn modelId="{BB2F4162-08DB-4898-8573-E6F64D97868B}" srcId="{1FD8D0A4-FD84-4CB0-8312-3133700193D2}" destId="{1EF58D9D-BC60-4F93-842E-BE2D1B5D5A8A}" srcOrd="0" destOrd="0" parTransId="{F918858E-3DC5-4C77-B6A6-D0CFFA7F208B}" sibTransId="{2D51130B-1B41-4BF6-8933-4B64ABEF3171}"/>
    <dgm:cxn modelId="{BFF3C576-4423-4F9A-9780-08746D3F71C3}" srcId="{1FD8D0A4-FD84-4CB0-8312-3133700193D2}" destId="{D8AC942B-F660-42FD-9147-11BD79FADE57}" srcOrd="1" destOrd="0" parTransId="{B73ABCFA-B1F0-412C-AE94-2B51A21234FA}" sibTransId="{FE19E87E-ACC1-4C6B-91EC-CF81D00BDABE}"/>
    <dgm:cxn modelId="{D97BF67F-EC39-449A-B7C8-4A07E06BB380}" type="presOf" srcId="{4E3C35FF-4DD8-48C0-BADA-6BE3DB0A1AAC}" destId="{EA170EE2-AB20-4D91-96EF-96DE600A94BF}" srcOrd="0" destOrd="0" presId="urn:microsoft.com/office/officeart/2005/8/layout/hierarchy1"/>
    <dgm:cxn modelId="{6A981589-0404-41D5-8D67-8B1B2A5958B5}" type="presOf" srcId="{3AB70DBF-5B43-44CB-B118-B50706923CDD}" destId="{7017CF24-E1BA-45D1-85F7-0734A01E3D87}" srcOrd="0" destOrd="0" presId="urn:microsoft.com/office/officeart/2005/8/layout/hierarchy1"/>
    <dgm:cxn modelId="{C71EB089-081A-4D9F-8369-DD09583424AC}" type="presOf" srcId="{1EF58D9D-BC60-4F93-842E-BE2D1B5D5A8A}" destId="{F7961713-176F-4B2D-B9F0-4FFFE9385D54}" srcOrd="0" destOrd="0" presId="urn:microsoft.com/office/officeart/2005/8/layout/hierarchy1"/>
    <dgm:cxn modelId="{D4039199-6CD0-4AFC-8524-D10BEA75E928}" type="presOf" srcId="{D8AC942B-F660-42FD-9147-11BD79FADE57}" destId="{2E245DD4-6035-4E23-B744-25FACD98E0DF}" srcOrd="0" destOrd="0" presId="urn:microsoft.com/office/officeart/2005/8/layout/hierarchy1"/>
    <dgm:cxn modelId="{B353A2A0-2E13-4A17-8D55-A1703C00C9B8}" type="presOf" srcId="{D5197D44-7831-45E9-B614-91E84C92D8CE}" destId="{73A2F470-380B-42C1-8F3A-C9C8BF414828}" srcOrd="0" destOrd="0" presId="urn:microsoft.com/office/officeart/2005/8/layout/hierarchy1"/>
    <dgm:cxn modelId="{A8B22DAC-3379-4BEE-BB62-5709AF5842D8}" srcId="{1EF58D9D-BC60-4F93-842E-BE2D1B5D5A8A}" destId="{D5197D44-7831-45E9-B614-91E84C92D8CE}" srcOrd="0" destOrd="0" parTransId="{4E3C35FF-4DD8-48C0-BADA-6BE3DB0A1AAC}" sibTransId="{9835DA7A-0AD8-412E-9941-1376DC22C892}"/>
    <dgm:cxn modelId="{A6A979B6-A00B-4943-86FF-D29891FEBF19}" type="presOf" srcId="{1FD8D0A4-FD84-4CB0-8312-3133700193D2}" destId="{287056AB-57DD-4F34-B253-DA624124EF58}" srcOrd="0" destOrd="0" presId="urn:microsoft.com/office/officeart/2005/8/layout/hierarchy1"/>
    <dgm:cxn modelId="{D336BCB7-3BFD-4A02-8D18-E65BB6EFAF55}" srcId="{1EF58D9D-BC60-4F93-842E-BE2D1B5D5A8A}" destId="{45992878-FE31-419B-B06B-05986120CFA5}" srcOrd="2" destOrd="0" parTransId="{8E777215-B6A5-406C-BEE3-2203A2DF9EB0}" sibTransId="{177A37C5-DB7B-4664-85B5-A79D04162C4E}"/>
    <dgm:cxn modelId="{2EE244D4-FAFE-4D00-B0B3-5671080611F9}" type="presOf" srcId="{921E893B-7211-403B-A4E1-558D7ABB983D}" destId="{9BBCC89D-E8DF-48D4-9181-DF1A5BF2812E}" srcOrd="0" destOrd="0" presId="urn:microsoft.com/office/officeart/2005/8/layout/hierarchy1"/>
    <dgm:cxn modelId="{D5A957F6-6FA8-4650-9458-734274A64396}" type="presOf" srcId="{37B378B7-C08E-49AB-A60F-C89C8BDEA5EB}" destId="{E53F469F-9446-40C5-8B41-AF18D600330E}" srcOrd="0" destOrd="0" presId="urn:microsoft.com/office/officeart/2005/8/layout/hierarchy1"/>
    <dgm:cxn modelId="{A6D58A3D-46A7-4457-9290-826249DBFA57}" type="presParOf" srcId="{287056AB-57DD-4F34-B253-DA624124EF58}" destId="{CBBF131F-5E0D-4BD5-BD12-250634715F28}" srcOrd="0" destOrd="0" presId="urn:microsoft.com/office/officeart/2005/8/layout/hierarchy1"/>
    <dgm:cxn modelId="{85CB9E87-A604-413E-8DA5-23B63D2E09D2}" type="presParOf" srcId="{CBBF131F-5E0D-4BD5-BD12-250634715F28}" destId="{F0429CB4-EAB2-4666-B55B-141872AD156B}" srcOrd="0" destOrd="0" presId="urn:microsoft.com/office/officeart/2005/8/layout/hierarchy1"/>
    <dgm:cxn modelId="{66BEC21D-85E1-4480-883A-B87357133516}" type="presParOf" srcId="{F0429CB4-EAB2-4666-B55B-141872AD156B}" destId="{45C1F8E4-E2DB-4EC7-93FA-940AC5524776}" srcOrd="0" destOrd="0" presId="urn:microsoft.com/office/officeart/2005/8/layout/hierarchy1"/>
    <dgm:cxn modelId="{6D3541A6-8E32-47CB-9762-BA1E6C7A5341}" type="presParOf" srcId="{F0429CB4-EAB2-4666-B55B-141872AD156B}" destId="{F7961713-176F-4B2D-B9F0-4FFFE9385D54}" srcOrd="1" destOrd="0" presId="urn:microsoft.com/office/officeart/2005/8/layout/hierarchy1"/>
    <dgm:cxn modelId="{5D84E5AC-37FF-4399-BCB8-71C1C94B7A4D}" type="presParOf" srcId="{CBBF131F-5E0D-4BD5-BD12-250634715F28}" destId="{F960D163-A26A-4575-9764-1A1FFAE3EB92}" srcOrd="1" destOrd="0" presId="urn:microsoft.com/office/officeart/2005/8/layout/hierarchy1"/>
    <dgm:cxn modelId="{EF1553E8-54D4-4AB7-B1B5-72A283324760}" type="presParOf" srcId="{F960D163-A26A-4575-9764-1A1FFAE3EB92}" destId="{EA170EE2-AB20-4D91-96EF-96DE600A94BF}" srcOrd="0" destOrd="0" presId="urn:microsoft.com/office/officeart/2005/8/layout/hierarchy1"/>
    <dgm:cxn modelId="{DA23A5C5-5FA6-4BFA-B421-DDCDE87FE345}" type="presParOf" srcId="{F960D163-A26A-4575-9764-1A1FFAE3EB92}" destId="{EDA480D7-3215-4019-8F2F-61C239045D77}" srcOrd="1" destOrd="0" presId="urn:microsoft.com/office/officeart/2005/8/layout/hierarchy1"/>
    <dgm:cxn modelId="{77E798B8-691D-474C-BBF4-3A9AEA0CFFEC}" type="presParOf" srcId="{EDA480D7-3215-4019-8F2F-61C239045D77}" destId="{BFCD0FEE-226F-4F18-8320-60B94A75F29B}" srcOrd="0" destOrd="0" presId="urn:microsoft.com/office/officeart/2005/8/layout/hierarchy1"/>
    <dgm:cxn modelId="{A9F27874-EAA7-4454-99C5-FED03D4C665E}" type="presParOf" srcId="{BFCD0FEE-226F-4F18-8320-60B94A75F29B}" destId="{1F6D38B9-F850-4CD5-9E3B-353D1009A2A2}" srcOrd="0" destOrd="0" presId="urn:microsoft.com/office/officeart/2005/8/layout/hierarchy1"/>
    <dgm:cxn modelId="{07596788-A4EF-4EA9-AF28-075F607C18D7}" type="presParOf" srcId="{BFCD0FEE-226F-4F18-8320-60B94A75F29B}" destId="{73A2F470-380B-42C1-8F3A-C9C8BF414828}" srcOrd="1" destOrd="0" presId="urn:microsoft.com/office/officeart/2005/8/layout/hierarchy1"/>
    <dgm:cxn modelId="{140DB03B-D6F3-4429-8309-019BC123E00C}" type="presParOf" srcId="{EDA480D7-3215-4019-8F2F-61C239045D77}" destId="{27C4D1EE-05C4-4C57-8F5F-10DB34357544}" srcOrd="1" destOrd="0" presId="urn:microsoft.com/office/officeart/2005/8/layout/hierarchy1"/>
    <dgm:cxn modelId="{F8363824-61A0-4738-90D5-20DCC5724266}" type="presParOf" srcId="{F960D163-A26A-4575-9764-1A1FFAE3EB92}" destId="{92DB10ED-534C-49F3-A062-D62A9AB3EF7C}" srcOrd="2" destOrd="0" presId="urn:microsoft.com/office/officeart/2005/8/layout/hierarchy1"/>
    <dgm:cxn modelId="{7B7DFA03-5516-4655-8386-530AA4268094}" type="presParOf" srcId="{F960D163-A26A-4575-9764-1A1FFAE3EB92}" destId="{58E97BA3-426F-4212-B40B-0C3BD5334F83}" srcOrd="3" destOrd="0" presId="urn:microsoft.com/office/officeart/2005/8/layout/hierarchy1"/>
    <dgm:cxn modelId="{FB3CA298-4466-4CA2-8278-F85C6239EF76}" type="presParOf" srcId="{58E97BA3-426F-4212-B40B-0C3BD5334F83}" destId="{7F00881F-EB36-482F-9EE0-0E48614041D7}" srcOrd="0" destOrd="0" presId="urn:microsoft.com/office/officeart/2005/8/layout/hierarchy1"/>
    <dgm:cxn modelId="{1FA32AC5-6600-43BA-ADE7-099EF8111D69}" type="presParOf" srcId="{7F00881F-EB36-482F-9EE0-0E48614041D7}" destId="{B4AFA2F2-7AF1-4235-8E97-2334606B811A}" srcOrd="0" destOrd="0" presId="urn:microsoft.com/office/officeart/2005/8/layout/hierarchy1"/>
    <dgm:cxn modelId="{ED5DC00A-4F29-49BD-B072-C68D333F4F29}" type="presParOf" srcId="{7F00881F-EB36-482F-9EE0-0E48614041D7}" destId="{E53F469F-9446-40C5-8B41-AF18D600330E}" srcOrd="1" destOrd="0" presId="urn:microsoft.com/office/officeart/2005/8/layout/hierarchy1"/>
    <dgm:cxn modelId="{AEB8463F-90B9-409C-9A5B-93D81445942E}" type="presParOf" srcId="{58E97BA3-426F-4212-B40B-0C3BD5334F83}" destId="{2B5012FC-83A0-46A1-8CEF-0F1134B4F225}" srcOrd="1" destOrd="0" presId="urn:microsoft.com/office/officeart/2005/8/layout/hierarchy1"/>
    <dgm:cxn modelId="{222695AC-61CB-4DCB-9DC5-BDE5335D5AE1}" type="presParOf" srcId="{F960D163-A26A-4575-9764-1A1FFAE3EB92}" destId="{D3AD0D71-AA51-4954-AD0C-733716B0DC38}" srcOrd="4" destOrd="0" presId="urn:microsoft.com/office/officeart/2005/8/layout/hierarchy1"/>
    <dgm:cxn modelId="{BAB2F3E8-657D-4761-8C9A-021B02E187CA}" type="presParOf" srcId="{F960D163-A26A-4575-9764-1A1FFAE3EB92}" destId="{C1E943D5-207F-4772-A88E-8693438E011A}" srcOrd="5" destOrd="0" presId="urn:microsoft.com/office/officeart/2005/8/layout/hierarchy1"/>
    <dgm:cxn modelId="{634C6D1D-F5A2-40FD-8F6D-537195E3AFCB}" type="presParOf" srcId="{C1E943D5-207F-4772-A88E-8693438E011A}" destId="{A1800235-A019-484D-B685-58C9F3C704BF}" srcOrd="0" destOrd="0" presId="urn:microsoft.com/office/officeart/2005/8/layout/hierarchy1"/>
    <dgm:cxn modelId="{287DA499-6659-4B94-A874-B62C889E1855}" type="presParOf" srcId="{A1800235-A019-484D-B685-58C9F3C704BF}" destId="{056576F0-01E7-49CB-9670-FA1D47934DD6}" srcOrd="0" destOrd="0" presId="urn:microsoft.com/office/officeart/2005/8/layout/hierarchy1"/>
    <dgm:cxn modelId="{581C24BF-3E19-42F7-979C-1B66289FE093}" type="presParOf" srcId="{A1800235-A019-484D-B685-58C9F3C704BF}" destId="{4BCDE53E-8B5A-4236-B3B9-F55494E9FF16}" srcOrd="1" destOrd="0" presId="urn:microsoft.com/office/officeart/2005/8/layout/hierarchy1"/>
    <dgm:cxn modelId="{5FEF473B-2DFD-4732-A339-53575C790A1E}" type="presParOf" srcId="{C1E943D5-207F-4772-A88E-8693438E011A}" destId="{7369AAA4-C08F-47F0-82A6-3702CB014657}" srcOrd="1" destOrd="0" presId="urn:microsoft.com/office/officeart/2005/8/layout/hierarchy1"/>
    <dgm:cxn modelId="{062F56BA-6B31-4DCC-908F-80AD6B047E17}" type="presParOf" srcId="{287056AB-57DD-4F34-B253-DA624124EF58}" destId="{CFE06827-B892-4EE1-BE05-4C11215AC35D}" srcOrd="1" destOrd="0" presId="urn:microsoft.com/office/officeart/2005/8/layout/hierarchy1"/>
    <dgm:cxn modelId="{AE30C26B-46D9-4D0B-B49C-F4F76167B018}" type="presParOf" srcId="{CFE06827-B892-4EE1-BE05-4C11215AC35D}" destId="{30103317-657A-4D33-8844-5E9758D785AC}" srcOrd="0" destOrd="0" presId="urn:microsoft.com/office/officeart/2005/8/layout/hierarchy1"/>
    <dgm:cxn modelId="{DED230A2-A3AE-44DC-AB4F-B57BC79A0F12}" type="presParOf" srcId="{30103317-657A-4D33-8844-5E9758D785AC}" destId="{D3D8C8BD-6690-43EB-8DB4-051592A31343}" srcOrd="0" destOrd="0" presId="urn:microsoft.com/office/officeart/2005/8/layout/hierarchy1"/>
    <dgm:cxn modelId="{1FE42CD9-1F79-4817-AB2C-9FC94A4F971F}" type="presParOf" srcId="{30103317-657A-4D33-8844-5E9758D785AC}" destId="{2E245DD4-6035-4E23-B744-25FACD98E0DF}" srcOrd="1" destOrd="0" presId="urn:microsoft.com/office/officeart/2005/8/layout/hierarchy1"/>
    <dgm:cxn modelId="{C3E231E0-D2B0-4F84-B323-246D0FC8E01D}" type="presParOf" srcId="{CFE06827-B892-4EE1-BE05-4C11215AC35D}" destId="{97BE9C61-7F38-4E8C-A01C-3F4C97423C81}" srcOrd="1" destOrd="0" presId="urn:microsoft.com/office/officeart/2005/8/layout/hierarchy1"/>
    <dgm:cxn modelId="{BA04D5A4-C5B3-48EC-8344-D92E5ADACA76}" type="presParOf" srcId="{287056AB-57DD-4F34-B253-DA624124EF58}" destId="{038DDE14-B96E-4AEE-B336-F05A0F0F3FD0}" srcOrd="2" destOrd="0" presId="urn:microsoft.com/office/officeart/2005/8/layout/hierarchy1"/>
    <dgm:cxn modelId="{528CC5E5-EBEE-4CE5-B1DB-5BA29DD67A8C}" type="presParOf" srcId="{038DDE14-B96E-4AEE-B336-F05A0F0F3FD0}" destId="{AC485711-6351-4B97-BA88-822163C81279}" srcOrd="0" destOrd="0" presId="urn:microsoft.com/office/officeart/2005/8/layout/hierarchy1"/>
    <dgm:cxn modelId="{E5BD1BC8-F943-4740-BC27-924350DB037D}" type="presParOf" srcId="{AC485711-6351-4B97-BA88-822163C81279}" destId="{0EFCA598-D965-405F-92C8-87D9B0E0038A}" srcOrd="0" destOrd="0" presId="urn:microsoft.com/office/officeart/2005/8/layout/hierarchy1"/>
    <dgm:cxn modelId="{37B2B3EA-122A-4385-A2B0-26AF83DCB032}" type="presParOf" srcId="{AC485711-6351-4B97-BA88-822163C81279}" destId="{9BBCC89D-E8DF-48D4-9181-DF1A5BF2812E}" srcOrd="1" destOrd="0" presId="urn:microsoft.com/office/officeart/2005/8/layout/hierarchy1"/>
    <dgm:cxn modelId="{27F19F58-D3DC-42E7-933D-132FB3F84B71}" type="presParOf" srcId="{038DDE14-B96E-4AEE-B336-F05A0F0F3FD0}" destId="{AFEF04FA-2263-4400-A953-ED4875C5BF24}" srcOrd="1" destOrd="0" presId="urn:microsoft.com/office/officeart/2005/8/layout/hierarchy1"/>
    <dgm:cxn modelId="{A78A0C9C-2278-41E1-96B7-8BAD94A21000}" type="presParOf" srcId="{287056AB-57DD-4F34-B253-DA624124EF58}" destId="{D83EBAF4-E849-46EF-89FE-411331A9C463}" srcOrd="3" destOrd="0" presId="urn:microsoft.com/office/officeart/2005/8/layout/hierarchy1"/>
    <dgm:cxn modelId="{42387D10-95C3-4754-B871-C4DBCC6A4C64}" type="presParOf" srcId="{D83EBAF4-E849-46EF-89FE-411331A9C463}" destId="{AD4A236D-8F75-418D-89B7-B4DF66BA59CC}" srcOrd="0" destOrd="0" presId="urn:microsoft.com/office/officeart/2005/8/layout/hierarchy1"/>
    <dgm:cxn modelId="{FA2B29E1-12A8-48E1-9915-FF9DFB67140D}" type="presParOf" srcId="{AD4A236D-8F75-418D-89B7-B4DF66BA59CC}" destId="{FDC3A968-B23C-4C90-8A35-21A24115B038}" srcOrd="0" destOrd="0" presId="urn:microsoft.com/office/officeart/2005/8/layout/hierarchy1"/>
    <dgm:cxn modelId="{570E2053-8CDD-4B0F-9FF2-EC78FC88514F}" type="presParOf" srcId="{AD4A236D-8F75-418D-89B7-B4DF66BA59CC}" destId="{7017CF24-E1BA-45D1-85F7-0734A01E3D87}" srcOrd="1" destOrd="0" presId="urn:microsoft.com/office/officeart/2005/8/layout/hierarchy1"/>
    <dgm:cxn modelId="{1F737CA6-ACCA-4A0B-8744-5496E273F000}" type="presParOf" srcId="{D83EBAF4-E849-46EF-89FE-411331A9C463}" destId="{3D3B086A-283A-4C65-BF63-5D7352C6E07D}"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5290B37-B49D-460E-B3D3-64BE0E96D556}"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037078C2-8DFD-4B64-AC80-6A8AB858547B}">
      <dgm:prSet/>
      <dgm:spPr/>
      <dgm:t>
        <a:bodyPr/>
        <a:lstStyle/>
        <a:p>
          <a:r>
            <a:rPr lang="en-US"/>
            <a:t>Sensor calibration and accuracy.</a:t>
          </a:r>
        </a:p>
      </dgm:t>
    </dgm:pt>
    <dgm:pt modelId="{D94D2B91-B3CC-4E3C-93A2-C748028182D5}" type="parTrans" cxnId="{E3BC5F84-9E18-438F-B208-BC3FDD5017CC}">
      <dgm:prSet/>
      <dgm:spPr/>
      <dgm:t>
        <a:bodyPr/>
        <a:lstStyle/>
        <a:p>
          <a:endParaRPr lang="en-US"/>
        </a:p>
      </dgm:t>
    </dgm:pt>
    <dgm:pt modelId="{5FBD6AAC-0D69-4827-8605-B22FB422AC2A}" type="sibTrans" cxnId="{E3BC5F84-9E18-438F-B208-BC3FDD5017CC}">
      <dgm:prSet/>
      <dgm:spPr/>
      <dgm:t>
        <a:bodyPr/>
        <a:lstStyle/>
        <a:p>
          <a:endParaRPr lang="en-US"/>
        </a:p>
      </dgm:t>
    </dgm:pt>
    <dgm:pt modelId="{0E071747-6FBF-4926-8D04-C9EE99464157}">
      <dgm:prSet/>
      <dgm:spPr/>
      <dgm:t>
        <a:bodyPr/>
        <a:lstStyle/>
        <a:p>
          <a:r>
            <a:rPr lang="en-US"/>
            <a:t>Network connectivity in remote areas.</a:t>
          </a:r>
        </a:p>
      </dgm:t>
    </dgm:pt>
    <dgm:pt modelId="{9869E30B-EE21-4BA7-8802-E192B0CD8097}" type="parTrans" cxnId="{10556F47-3AFF-41E9-8384-63E2F7DB5326}">
      <dgm:prSet/>
      <dgm:spPr/>
      <dgm:t>
        <a:bodyPr/>
        <a:lstStyle/>
        <a:p>
          <a:endParaRPr lang="en-US"/>
        </a:p>
      </dgm:t>
    </dgm:pt>
    <dgm:pt modelId="{80E113E1-C3E1-459D-A56F-9F961DD81718}" type="sibTrans" cxnId="{10556F47-3AFF-41E9-8384-63E2F7DB5326}">
      <dgm:prSet/>
      <dgm:spPr/>
      <dgm:t>
        <a:bodyPr/>
        <a:lstStyle/>
        <a:p>
          <a:endParaRPr lang="en-US"/>
        </a:p>
      </dgm:t>
    </dgm:pt>
    <dgm:pt modelId="{858E7CFF-798A-420E-8938-B5001B7FF18F}">
      <dgm:prSet/>
      <dgm:spPr/>
      <dgm:t>
        <a:bodyPr/>
        <a:lstStyle/>
        <a:p>
          <a:r>
            <a:rPr lang="en-US"/>
            <a:t>Initial deployment costs.</a:t>
          </a:r>
        </a:p>
      </dgm:t>
    </dgm:pt>
    <dgm:pt modelId="{664DD63D-C0EB-4FB9-B55B-B3435E455F55}" type="parTrans" cxnId="{F236F082-7667-417C-8ED2-5316A6ACBA59}">
      <dgm:prSet/>
      <dgm:spPr/>
      <dgm:t>
        <a:bodyPr/>
        <a:lstStyle/>
        <a:p>
          <a:endParaRPr lang="en-US"/>
        </a:p>
      </dgm:t>
    </dgm:pt>
    <dgm:pt modelId="{41F180B0-0E83-4ECB-B9C9-10EE8A63097A}" type="sibTrans" cxnId="{F236F082-7667-417C-8ED2-5316A6ACBA59}">
      <dgm:prSet/>
      <dgm:spPr/>
      <dgm:t>
        <a:bodyPr/>
        <a:lstStyle/>
        <a:p>
          <a:endParaRPr lang="en-US"/>
        </a:p>
      </dgm:t>
    </dgm:pt>
    <dgm:pt modelId="{90669F64-A002-464A-B3EB-A930F3B7A71D}">
      <dgm:prSet/>
      <dgm:spPr/>
      <dgm:t>
        <a:bodyPr/>
        <a:lstStyle/>
        <a:p>
          <a:r>
            <a:rPr lang="en-US"/>
            <a:t>Ensuring scalability for large infrastructures.</a:t>
          </a:r>
        </a:p>
      </dgm:t>
    </dgm:pt>
    <dgm:pt modelId="{23D2847F-9F47-4AD7-A79C-D46DDC5984C3}" type="parTrans" cxnId="{C52A54BD-4F34-4CBA-BCEF-52477B22B7B4}">
      <dgm:prSet/>
      <dgm:spPr/>
      <dgm:t>
        <a:bodyPr/>
        <a:lstStyle/>
        <a:p>
          <a:endParaRPr lang="en-US"/>
        </a:p>
      </dgm:t>
    </dgm:pt>
    <dgm:pt modelId="{BCD23298-9126-42EF-9556-A4A31C6D7291}" type="sibTrans" cxnId="{C52A54BD-4F34-4CBA-BCEF-52477B22B7B4}">
      <dgm:prSet/>
      <dgm:spPr/>
      <dgm:t>
        <a:bodyPr/>
        <a:lstStyle/>
        <a:p>
          <a:endParaRPr lang="en-US"/>
        </a:p>
      </dgm:t>
    </dgm:pt>
    <dgm:pt modelId="{1FAA0616-94A3-4B00-9E27-B7CD9C3C9072}" type="pres">
      <dgm:prSet presAssocID="{75290B37-B49D-460E-B3D3-64BE0E96D556}" presName="linear" presStyleCnt="0">
        <dgm:presLayoutVars>
          <dgm:animLvl val="lvl"/>
          <dgm:resizeHandles val="exact"/>
        </dgm:presLayoutVars>
      </dgm:prSet>
      <dgm:spPr/>
    </dgm:pt>
    <dgm:pt modelId="{DB6F49FF-8A7E-4F82-BCF9-7D06F45737B7}" type="pres">
      <dgm:prSet presAssocID="{037078C2-8DFD-4B64-AC80-6A8AB858547B}" presName="parentText" presStyleLbl="node1" presStyleIdx="0" presStyleCnt="4">
        <dgm:presLayoutVars>
          <dgm:chMax val="0"/>
          <dgm:bulletEnabled val="1"/>
        </dgm:presLayoutVars>
      </dgm:prSet>
      <dgm:spPr/>
    </dgm:pt>
    <dgm:pt modelId="{BFF29416-B62C-4D4B-836B-DB0A159CA536}" type="pres">
      <dgm:prSet presAssocID="{5FBD6AAC-0D69-4827-8605-B22FB422AC2A}" presName="spacer" presStyleCnt="0"/>
      <dgm:spPr/>
    </dgm:pt>
    <dgm:pt modelId="{BBCA03BF-124E-4FE2-A61B-84379EEEC40F}" type="pres">
      <dgm:prSet presAssocID="{0E071747-6FBF-4926-8D04-C9EE99464157}" presName="parentText" presStyleLbl="node1" presStyleIdx="1" presStyleCnt="4">
        <dgm:presLayoutVars>
          <dgm:chMax val="0"/>
          <dgm:bulletEnabled val="1"/>
        </dgm:presLayoutVars>
      </dgm:prSet>
      <dgm:spPr/>
    </dgm:pt>
    <dgm:pt modelId="{74CD6FF4-603F-4069-AAD9-8F27655BB90F}" type="pres">
      <dgm:prSet presAssocID="{80E113E1-C3E1-459D-A56F-9F961DD81718}" presName="spacer" presStyleCnt="0"/>
      <dgm:spPr/>
    </dgm:pt>
    <dgm:pt modelId="{2C2533FC-C47D-44F4-9214-2DDEFAB67489}" type="pres">
      <dgm:prSet presAssocID="{858E7CFF-798A-420E-8938-B5001B7FF18F}" presName="parentText" presStyleLbl="node1" presStyleIdx="2" presStyleCnt="4">
        <dgm:presLayoutVars>
          <dgm:chMax val="0"/>
          <dgm:bulletEnabled val="1"/>
        </dgm:presLayoutVars>
      </dgm:prSet>
      <dgm:spPr/>
    </dgm:pt>
    <dgm:pt modelId="{8C548FB3-932D-4F3D-A912-65A395ADC9D0}" type="pres">
      <dgm:prSet presAssocID="{41F180B0-0E83-4ECB-B9C9-10EE8A63097A}" presName="spacer" presStyleCnt="0"/>
      <dgm:spPr/>
    </dgm:pt>
    <dgm:pt modelId="{4F8FB837-C457-4F6B-B1B6-346F910A7681}" type="pres">
      <dgm:prSet presAssocID="{90669F64-A002-464A-B3EB-A930F3B7A71D}" presName="parentText" presStyleLbl="node1" presStyleIdx="3" presStyleCnt="4">
        <dgm:presLayoutVars>
          <dgm:chMax val="0"/>
          <dgm:bulletEnabled val="1"/>
        </dgm:presLayoutVars>
      </dgm:prSet>
      <dgm:spPr/>
    </dgm:pt>
  </dgm:ptLst>
  <dgm:cxnLst>
    <dgm:cxn modelId="{10556F47-3AFF-41E9-8384-63E2F7DB5326}" srcId="{75290B37-B49D-460E-B3D3-64BE0E96D556}" destId="{0E071747-6FBF-4926-8D04-C9EE99464157}" srcOrd="1" destOrd="0" parTransId="{9869E30B-EE21-4BA7-8802-E192B0CD8097}" sibTransId="{80E113E1-C3E1-459D-A56F-9F961DD81718}"/>
    <dgm:cxn modelId="{FC07DE47-B097-4DE5-ACC3-0B81CA603F48}" type="presOf" srcId="{75290B37-B49D-460E-B3D3-64BE0E96D556}" destId="{1FAA0616-94A3-4B00-9E27-B7CD9C3C9072}" srcOrd="0" destOrd="0" presId="urn:microsoft.com/office/officeart/2005/8/layout/vList2"/>
    <dgm:cxn modelId="{44F2C869-3811-4690-8DFE-B9AEAEEE7735}" type="presOf" srcId="{858E7CFF-798A-420E-8938-B5001B7FF18F}" destId="{2C2533FC-C47D-44F4-9214-2DDEFAB67489}" srcOrd="0" destOrd="0" presId="urn:microsoft.com/office/officeart/2005/8/layout/vList2"/>
    <dgm:cxn modelId="{37C2FE7F-B6CD-4416-A74A-7B84DA9CBA32}" type="presOf" srcId="{0E071747-6FBF-4926-8D04-C9EE99464157}" destId="{BBCA03BF-124E-4FE2-A61B-84379EEEC40F}" srcOrd="0" destOrd="0" presId="urn:microsoft.com/office/officeart/2005/8/layout/vList2"/>
    <dgm:cxn modelId="{6EC12C81-1C69-4CA6-8427-973DF18EB691}" type="presOf" srcId="{90669F64-A002-464A-B3EB-A930F3B7A71D}" destId="{4F8FB837-C457-4F6B-B1B6-346F910A7681}" srcOrd="0" destOrd="0" presId="urn:microsoft.com/office/officeart/2005/8/layout/vList2"/>
    <dgm:cxn modelId="{F236F082-7667-417C-8ED2-5316A6ACBA59}" srcId="{75290B37-B49D-460E-B3D3-64BE0E96D556}" destId="{858E7CFF-798A-420E-8938-B5001B7FF18F}" srcOrd="2" destOrd="0" parTransId="{664DD63D-C0EB-4FB9-B55B-B3435E455F55}" sibTransId="{41F180B0-0E83-4ECB-B9C9-10EE8A63097A}"/>
    <dgm:cxn modelId="{E3BC5F84-9E18-438F-B208-BC3FDD5017CC}" srcId="{75290B37-B49D-460E-B3D3-64BE0E96D556}" destId="{037078C2-8DFD-4B64-AC80-6A8AB858547B}" srcOrd="0" destOrd="0" parTransId="{D94D2B91-B3CC-4E3C-93A2-C748028182D5}" sibTransId="{5FBD6AAC-0D69-4827-8605-B22FB422AC2A}"/>
    <dgm:cxn modelId="{C52A54BD-4F34-4CBA-BCEF-52477B22B7B4}" srcId="{75290B37-B49D-460E-B3D3-64BE0E96D556}" destId="{90669F64-A002-464A-B3EB-A930F3B7A71D}" srcOrd="3" destOrd="0" parTransId="{23D2847F-9F47-4AD7-A79C-D46DDC5984C3}" sibTransId="{BCD23298-9126-42EF-9556-A4A31C6D7291}"/>
    <dgm:cxn modelId="{C65C3CE1-A03C-4CB7-87B1-F2204C304242}" type="presOf" srcId="{037078C2-8DFD-4B64-AC80-6A8AB858547B}" destId="{DB6F49FF-8A7E-4F82-BCF9-7D06F45737B7}" srcOrd="0" destOrd="0" presId="urn:microsoft.com/office/officeart/2005/8/layout/vList2"/>
    <dgm:cxn modelId="{717EAF21-8028-47C8-9D96-2B9D31FC519B}" type="presParOf" srcId="{1FAA0616-94A3-4B00-9E27-B7CD9C3C9072}" destId="{DB6F49FF-8A7E-4F82-BCF9-7D06F45737B7}" srcOrd="0" destOrd="0" presId="urn:microsoft.com/office/officeart/2005/8/layout/vList2"/>
    <dgm:cxn modelId="{E1224D0D-A0FF-4D5E-A7D4-F740C0D33DB1}" type="presParOf" srcId="{1FAA0616-94A3-4B00-9E27-B7CD9C3C9072}" destId="{BFF29416-B62C-4D4B-836B-DB0A159CA536}" srcOrd="1" destOrd="0" presId="urn:microsoft.com/office/officeart/2005/8/layout/vList2"/>
    <dgm:cxn modelId="{52C3D7F2-68C0-490E-854E-0AB4465CBD50}" type="presParOf" srcId="{1FAA0616-94A3-4B00-9E27-B7CD9C3C9072}" destId="{BBCA03BF-124E-4FE2-A61B-84379EEEC40F}" srcOrd="2" destOrd="0" presId="urn:microsoft.com/office/officeart/2005/8/layout/vList2"/>
    <dgm:cxn modelId="{FA48B937-BDD5-4D37-B10D-652F470333C4}" type="presParOf" srcId="{1FAA0616-94A3-4B00-9E27-B7CD9C3C9072}" destId="{74CD6FF4-603F-4069-AAD9-8F27655BB90F}" srcOrd="3" destOrd="0" presId="urn:microsoft.com/office/officeart/2005/8/layout/vList2"/>
    <dgm:cxn modelId="{5FAB6FBC-3199-4C01-B300-F84950B16E46}" type="presParOf" srcId="{1FAA0616-94A3-4B00-9E27-B7CD9C3C9072}" destId="{2C2533FC-C47D-44F4-9214-2DDEFAB67489}" srcOrd="4" destOrd="0" presId="urn:microsoft.com/office/officeart/2005/8/layout/vList2"/>
    <dgm:cxn modelId="{A7530B5D-5F6F-4CEE-9642-E9CED9E4825F}" type="presParOf" srcId="{1FAA0616-94A3-4B00-9E27-B7CD9C3C9072}" destId="{8C548FB3-932D-4F3D-A912-65A395ADC9D0}" srcOrd="5" destOrd="0" presId="urn:microsoft.com/office/officeart/2005/8/layout/vList2"/>
    <dgm:cxn modelId="{2EE12ED2-B090-427F-A533-D2B5FBA4FC1D}" type="presParOf" srcId="{1FAA0616-94A3-4B00-9E27-B7CD9C3C9072}" destId="{4F8FB837-C457-4F6B-B1B6-346F910A7681}"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ADDE292-D501-419C-9DD8-10FC4E091684}" type="doc">
      <dgm:prSet loTypeId="urn:microsoft.com/office/officeart/2016/7/layout/RepeatingBendingProcessNew" loCatId="process" qsTypeId="urn:microsoft.com/office/officeart/2005/8/quickstyle/simple1" qsCatId="simple" csTypeId="urn:microsoft.com/office/officeart/2005/8/colors/colorful2" csCatId="colorful"/>
      <dgm:spPr/>
      <dgm:t>
        <a:bodyPr/>
        <a:lstStyle/>
        <a:p>
          <a:endParaRPr lang="en-US"/>
        </a:p>
      </dgm:t>
    </dgm:pt>
    <dgm:pt modelId="{90843CC0-1839-4EEC-B5D3-5B945F206395}">
      <dgm:prSet/>
      <dgm:spPr/>
      <dgm:t>
        <a:bodyPr/>
        <a:lstStyle/>
        <a:p>
          <a:r>
            <a:rPr lang="en-US"/>
            <a:t>Use robust sensors with self-calibration capabilities.</a:t>
          </a:r>
        </a:p>
      </dgm:t>
    </dgm:pt>
    <dgm:pt modelId="{56CFCB5F-7D29-4928-B15C-F266152EBEA7}" type="parTrans" cxnId="{9CFB6B0C-D9C4-4D53-BB93-8A56EDE73C6E}">
      <dgm:prSet/>
      <dgm:spPr/>
      <dgm:t>
        <a:bodyPr/>
        <a:lstStyle/>
        <a:p>
          <a:endParaRPr lang="en-US"/>
        </a:p>
      </dgm:t>
    </dgm:pt>
    <dgm:pt modelId="{C63A8347-46BF-4BFC-BE05-AB6EB5CE0A16}" type="sibTrans" cxnId="{9CFB6B0C-D9C4-4D53-BB93-8A56EDE73C6E}">
      <dgm:prSet/>
      <dgm:spPr/>
      <dgm:t>
        <a:bodyPr/>
        <a:lstStyle/>
        <a:p>
          <a:endParaRPr lang="en-US"/>
        </a:p>
      </dgm:t>
    </dgm:pt>
    <dgm:pt modelId="{933EEED5-708F-4DA7-A9CA-10ADFEB0F635}">
      <dgm:prSet/>
      <dgm:spPr/>
      <dgm:t>
        <a:bodyPr/>
        <a:lstStyle/>
        <a:p>
          <a:r>
            <a:rPr lang="en-US"/>
            <a:t>Employ hybrid communication (LoRaWAN + GSM).</a:t>
          </a:r>
        </a:p>
      </dgm:t>
    </dgm:pt>
    <dgm:pt modelId="{E4748A06-0B13-43A2-80EC-4419211ACB88}" type="parTrans" cxnId="{4E2C61B0-774A-4BDA-90C5-D8161555EF25}">
      <dgm:prSet/>
      <dgm:spPr/>
      <dgm:t>
        <a:bodyPr/>
        <a:lstStyle/>
        <a:p>
          <a:endParaRPr lang="en-US"/>
        </a:p>
      </dgm:t>
    </dgm:pt>
    <dgm:pt modelId="{736B17ED-06A1-43DE-AAC9-DD821A3D15BE}" type="sibTrans" cxnId="{4E2C61B0-774A-4BDA-90C5-D8161555EF25}">
      <dgm:prSet/>
      <dgm:spPr/>
      <dgm:t>
        <a:bodyPr/>
        <a:lstStyle/>
        <a:p>
          <a:endParaRPr lang="en-US"/>
        </a:p>
      </dgm:t>
    </dgm:pt>
    <dgm:pt modelId="{0B941B80-D8B0-439F-A4C5-525895D665AD}">
      <dgm:prSet/>
      <dgm:spPr/>
      <dgm:t>
        <a:bodyPr/>
        <a:lstStyle/>
        <a:p>
          <a:r>
            <a:rPr lang="en-US"/>
            <a:t>Optimize design for mass production to reduce costs.</a:t>
          </a:r>
        </a:p>
      </dgm:t>
    </dgm:pt>
    <dgm:pt modelId="{D93D3D85-B24A-49FC-A270-D75D5F400A49}" type="parTrans" cxnId="{6AA144E7-DBBD-41D8-B9C5-3188BFF191FE}">
      <dgm:prSet/>
      <dgm:spPr/>
      <dgm:t>
        <a:bodyPr/>
        <a:lstStyle/>
        <a:p>
          <a:endParaRPr lang="en-US"/>
        </a:p>
      </dgm:t>
    </dgm:pt>
    <dgm:pt modelId="{F6516D1A-9A8E-4D07-964F-D90DFA4EB4CE}" type="sibTrans" cxnId="{6AA144E7-DBBD-41D8-B9C5-3188BFF191FE}">
      <dgm:prSet/>
      <dgm:spPr/>
      <dgm:t>
        <a:bodyPr/>
        <a:lstStyle/>
        <a:p>
          <a:endParaRPr lang="en-US"/>
        </a:p>
      </dgm:t>
    </dgm:pt>
    <dgm:pt modelId="{9E1726B8-4DD7-4B83-9514-B60F739BFAEC}">
      <dgm:prSet/>
      <dgm:spPr/>
      <dgm:t>
        <a:bodyPr/>
        <a:lstStyle/>
        <a:p>
          <a:r>
            <a:rPr lang="en-US"/>
            <a:t>Conduct pilot testing to refine scalability.</a:t>
          </a:r>
        </a:p>
      </dgm:t>
    </dgm:pt>
    <dgm:pt modelId="{669B2953-A339-4B31-AC80-644C6CA31FCD}" type="parTrans" cxnId="{39536C5D-FBA9-4691-8832-E95831D5413F}">
      <dgm:prSet/>
      <dgm:spPr/>
      <dgm:t>
        <a:bodyPr/>
        <a:lstStyle/>
        <a:p>
          <a:endParaRPr lang="en-US"/>
        </a:p>
      </dgm:t>
    </dgm:pt>
    <dgm:pt modelId="{269D12AC-EC5E-46D2-9A99-FFE6582E133F}" type="sibTrans" cxnId="{39536C5D-FBA9-4691-8832-E95831D5413F}">
      <dgm:prSet/>
      <dgm:spPr/>
      <dgm:t>
        <a:bodyPr/>
        <a:lstStyle/>
        <a:p>
          <a:endParaRPr lang="en-US"/>
        </a:p>
      </dgm:t>
    </dgm:pt>
    <dgm:pt modelId="{082FA5F3-AC9D-42CF-9020-2FCDC41CFC25}" type="pres">
      <dgm:prSet presAssocID="{EADDE292-D501-419C-9DD8-10FC4E091684}" presName="Name0" presStyleCnt="0">
        <dgm:presLayoutVars>
          <dgm:dir/>
          <dgm:resizeHandles val="exact"/>
        </dgm:presLayoutVars>
      </dgm:prSet>
      <dgm:spPr/>
    </dgm:pt>
    <dgm:pt modelId="{FCF72C54-39A0-41D5-86EE-C5E551134875}" type="pres">
      <dgm:prSet presAssocID="{90843CC0-1839-4EEC-B5D3-5B945F206395}" presName="node" presStyleLbl="node1" presStyleIdx="0" presStyleCnt="4">
        <dgm:presLayoutVars>
          <dgm:bulletEnabled val="1"/>
        </dgm:presLayoutVars>
      </dgm:prSet>
      <dgm:spPr/>
    </dgm:pt>
    <dgm:pt modelId="{68F1BE6F-F34B-4FF8-838C-F2AD3227F449}" type="pres">
      <dgm:prSet presAssocID="{C63A8347-46BF-4BFC-BE05-AB6EB5CE0A16}" presName="sibTrans" presStyleLbl="sibTrans1D1" presStyleIdx="0" presStyleCnt="3"/>
      <dgm:spPr/>
    </dgm:pt>
    <dgm:pt modelId="{4985E915-9A78-4571-B8BB-A2649E7F2D5D}" type="pres">
      <dgm:prSet presAssocID="{C63A8347-46BF-4BFC-BE05-AB6EB5CE0A16}" presName="connectorText" presStyleLbl="sibTrans1D1" presStyleIdx="0" presStyleCnt="3"/>
      <dgm:spPr/>
    </dgm:pt>
    <dgm:pt modelId="{A3A2BAE2-DCF0-4787-934B-C7DA693AD065}" type="pres">
      <dgm:prSet presAssocID="{933EEED5-708F-4DA7-A9CA-10ADFEB0F635}" presName="node" presStyleLbl="node1" presStyleIdx="1" presStyleCnt="4">
        <dgm:presLayoutVars>
          <dgm:bulletEnabled val="1"/>
        </dgm:presLayoutVars>
      </dgm:prSet>
      <dgm:spPr/>
    </dgm:pt>
    <dgm:pt modelId="{C8E9E195-081F-40EE-B550-41A785C3DAA9}" type="pres">
      <dgm:prSet presAssocID="{736B17ED-06A1-43DE-AAC9-DD821A3D15BE}" presName="sibTrans" presStyleLbl="sibTrans1D1" presStyleIdx="1" presStyleCnt="3"/>
      <dgm:spPr/>
    </dgm:pt>
    <dgm:pt modelId="{1A3BB7CF-7FBC-4057-9034-1238CA828996}" type="pres">
      <dgm:prSet presAssocID="{736B17ED-06A1-43DE-AAC9-DD821A3D15BE}" presName="connectorText" presStyleLbl="sibTrans1D1" presStyleIdx="1" presStyleCnt="3"/>
      <dgm:spPr/>
    </dgm:pt>
    <dgm:pt modelId="{40FA89CC-8D1C-46D5-B91E-9AFA54460042}" type="pres">
      <dgm:prSet presAssocID="{0B941B80-D8B0-439F-A4C5-525895D665AD}" presName="node" presStyleLbl="node1" presStyleIdx="2" presStyleCnt="4">
        <dgm:presLayoutVars>
          <dgm:bulletEnabled val="1"/>
        </dgm:presLayoutVars>
      </dgm:prSet>
      <dgm:spPr/>
    </dgm:pt>
    <dgm:pt modelId="{7CC1ECCC-7CB3-4AA7-A6D5-F54EDA41C090}" type="pres">
      <dgm:prSet presAssocID="{F6516D1A-9A8E-4D07-964F-D90DFA4EB4CE}" presName="sibTrans" presStyleLbl="sibTrans1D1" presStyleIdx="2" presStyleCnt="3"/>
      <dgm:spPr/>
    </dgm:pt>
    <dgm:pt modelId="{F636FBB3-3348-49CF-A18B-0F7C615D0015}" type="pres">
      <dgm:prSet presAssocID="{F6516D1A-9A8E-4D07-964F-D90DFA4EB4CE}" presName="connectorText" presStyleLbl="sibTrans1D1" presStyleIdx="2" presStyleCnt="3"/>
      <dgm:spPr/>
    </dgm:pt>
    <dgm:pt modelId="{3688AEC8-AEEB-4C46-8E89-86EC75A2864A}" type="pres">
      <dgm:prSet presAssocID="{9E1726B8-4DD7-4B83-9514-B60F739BFAEC}" presName="node" presStyleLbl="node1" presStyleIdx="3" presStyleCnt="4">
        <dgm:presLayoutVars>
          <dgm:bulletEnabled val="1"/>
        </dgm:presLayoutVars>
      </dgm:prSet>
      <dgm:spPr/>
    </dgm:pt>
  </dgm:ptLst>
  <dgm:cxnLst>
    <dgm:cxn modelId="{9CFB6B0C-D9C4-4D53-BB93-8A56EDE73C6E}" srcId="{EADDE292-D501-419C-9DD8-10FC4E091684}" destId="{90843CC0-1839-4EEC-B5D3-5B945F206395}" srcOrd="0" destOrd="0" parTransId="{56CFCB5F-7D29-4928-B15C-F266152EBEA7}" sibTransId="{C63A8347-46BF-4BFC-BE05-AB6EB5CE0A16}"/>
    <dgm:cxn modelId="{02357A3D-8111-46DF-83D4-7B4348FEBFF4}" type="presOf" srcId="{C63A8347-46BF-4BFC-BE05-AB6EB5CE0A16}" destId="{68F1BE6F-F34B-4FF8-838C-F2AD3227F449}" srcOrd="0" destOrd="0" presId="urn:microsoft.com/office/officeart/2016/7/layout/RepeatingBendingProcessNew"/>
    <dgm:cxn modelId="{7EA6815B-F565-4952-8F26-F157C7DF6228}" type="presOf" srcId="{C63A8347-46BF-4BFC-BE05-AB6EB5CE0A16}" destId="{4985E915-9A78-4571-B8BB-A2649E7F2D5D}" srcOrd="1" destOrd="0" presId="urn:microsoft.com/office/officeart/2016/7/layout/RepeatingBendingProcessNew"/>
    <dgm:cxn modelId="{39536C5D-FBA9-4691-8832-E95831D5413F}" srcId="{EADDE292-D501-419C-9DD8-10FC4E091684}" destId="{9E1726B8-4DD7-4B83-9514-B60F739BFAEC}" srcOrd="3" destOrd="0" parTransId="{669B2953-A339-4B31-AC80-644C6CA31FCD}" sibTransId="{269D12AC-EC5E-46D2-9A99-FFE6582E133F}"/>
    <dgm:cxn modelId="{6E90C265-9362-4B5D-BA17-6B11D07186BF}" type="presOf" srcId="{90843CC0-1839-4EEC-B5D3-5B945F206395}" destId="{FCF72C54-39A0-41D5-86EE-C5E551134875}" srcOrd="0" destOrd="0" presId="urn:microsoft.com/office/officeart/2016/7/layout/RepeatingBendingProcessNew"/>
    <dgm:cxn modelId="{3DBC106C-41FF-48B5-A613-E69DFD59AAF7}" type="presOf" srcId="{0B941B80-D8B0-439F-A4C5-525895D665AD}" destId="{40FA89CC-8D1C-46D5-B91E-9AFA54460042}" srcOrd="0" destOrd="0" presId="urn:microsoft.com/office/officeart/2016/7/layout/RepeatingBendingProcessNew"/>
    <dgm:cxn modelId="{E948FA9B-5FC4-4E34-8260-8A10296573C5}" type="presOf" srcId="{F6516D1A-9A8E-4D07-964F-D90DFA4EB4CE}" destId="{7CC1ECCC-7CB3-4AA7-A6D5-F54EDA41C090}" srcOrd="0" destOrd="0" presId="urn:microsoft.com/office/officeart/2016/7/layout/RepeatingBendingProcessNew"/>
    <dgm:cxn modelId="{C09FA09D-B776-4064-BC29-D57CB2B977CA}" type="presOf" srcId="{9E1726B8-4DD7-4B83-9514-B60F739BFAEC}" destId="{3688AEC8-AEEB-4C46-8E89-86EC75A2864A}" srcOrd="0" destOrd="0" presId="urn:microsoft.com/office/officeart/2016/7/layout/RepeatingBendingProcessNew"/>
    <dgm:cxn modelId="{79E424A4-4D08-4243-AE40-33F95D1132CB}" type="presOf" srcId="{F6516D1A-9A8E-4D07-964F-D90DFA4EB4CE}" destId="{F636FBB3-3348-49CF-A18B-0F7C615D0015}" srcOrd="1" destOrd="0" presId="urn:microsoft.com/office/officeart/2016/7/layout/RepeatingBendingProcessNew"/>
    <dgm:cxn modelId="{4E2C61B0-774A-4BDA-90C5-D8161555EF25}" srcId="{EADDE292-D501-419C-9DD8-10FC4E091684}" destId="{933EEED5-708F-4DA7-A9CA-10ADFEB0F635}" srcOrd="1" destOrd="0" parTransId="{E4748A06-0B13-43A2-80EC-4419211ACB88}" sibTransId="{736B17ED-06A1-43DE-AAC9-DD821A3D15BE}"/>
    <dgm:cxn modelId="{BB18BEB2-DAB6-4125-9998-A13843424D9D}" type="presOf" srcId="{736B17ED-06A1-43DE-AAC9-DD821A3D15BE}" destId="{C8E9E195-081F-40EE-B550-41A785C3DAA9}" srcOrd="0" destOrd="0" presId="urn:microsoft.com/office/officeart/2016/7/layout/RepeatingBendingProcessNew"/>
    <dgm:cxn modelId="{DC8445CC-1FF7-46A8-873B-E6F3EF89B678}" type="presOf" srcId="{EADDE292-D501-419C-9DD8-10FC4E091684}" destId="{082FA5F3-AC9D-42CF-9020-2FCDC41CFC25}" srcOrd="0" destOrd="0" presId="urn:microsoft.com/office/officeart/2016/7/layout/RepeatingBendingProcessNew"/>
    <dgm:cxn modelId="{F6420CE3-5454-43EB-B17E-46037C4D8406}" type="presOf" srcId="{736B17ED-06A1-43DE-AAC9-DD821A3D15BE}" destId="{1A3BB7CF-7FBC-4057-9034-1238CA828996}" srcOrd="1" destOrd="0" presId="urn:microsoft.com/office/officeart/2016/7/layout/RepeatingBendingProcessNew"/>
    <dgm:cxn modelId="{6AA144E7-DBBD-41D8-B9C5-3188BFF191FE}" srcId="{EADDE292-D501-419C-9DD8-10FC4E091684}" destId="{0B941B80-D8B0-439F-A4C5-525895D665AD}" srcOrd="2" destOrd="0" parTransId="{D93D3D85-B24A-49FC-A270-D75D5F400A49}" sibTransId="{F6516D1A-9A8E-4D07-964F-D90DFA4EB4CE}"/>
    <dgm:cxn modelId="{FA429CF8-AD69-407C-A479-BBEF74DA15D6}" type="presOf" srcId="{933EEED5-708F-4DA7-A9CA-10ADFEB0F635}" destId="{A3A2BAE2-DCF0-4787-934B-C7DA693AD065}" srcOrd="0" destOrd="0" presId="urn:microsoft.com/office/officeart/2016/7/layout/RepeatingBendingProcessNew"/>
    <dgm:cxn modelId="{13594B10-88DE-44B5-9132-F91740B880EB}" type="presParOf" srcId="{082FA5F3-AC9D-42CF-9020-2FCDC41CFC25}" destId="{FCF72C54-39A0-41D5-86EE-C5E551134875}" srcOrd="0" destOrd="0" presId="urn:microsoft.com/office/officeart/2016/7/layout/RepeatingBendingProcessNew"/>
    <dgm:cxn modelId="{F13A8F82-18CD-4DBA-A0D4-0E8843CC134C}" type="presParOf" srcId="{082FA5F3-AC9D-42CF-9020-2FCDC41CFC25}" destId="{68F1BE6F-F34B-4FF8-838C-F2AD3227F449}" srcOrd="1" destOrd="0" presId="urn:microsoft.com/office/officeart/2016/7/layout/RepeatingBendingProcessNew"/>
    <dgm:cxn modelId="{B5CC4801-4620-46D8-AD02-F08318135A38}" type="presParOf" srcId="{68F1BE6F-F34B-4FF8-838C-F2AD3227F449}" destId="{4985E915-9A78-4571-B8BB-A2649E7F2D5D}" srcOrd="0" destOrd="0" presId="urn:microsoft.com/office/officeart/2016/7/layout/RepeatingBendingProcessNew"/>
    <dgm:cxn modelId="{B50B6362-77F5-4BC7-8E21-BB40094272D9}" type="presParOf" srcId="{082FA5F3-AC9D-42CF-9020-2FCDC41CFC25}" destId="{A3A2BAE2-DCF0-4787-934B-C7DA693AD065}" srcOrd="2" destOrd="0" presId="urn:microsoft.com/office/officeart/2016/7/layout/RepeatingBendingProcessNew"/>
    <dgm:cxn modelId="{5C1A78E9-2626-4917-87B2-CF03A8FA1C66}" type="presParOf" srcId="{082FA5F3-AC9D-42CF-9020-2FCDC41CFC25}" destId="{C8E9E195-081F-40EE-B550-41A785C3DAA9}" srcOrd="3" destOrd="0" presId="urn:microsoft.com/office/officeart/2016/7/layout/RepeatingBendingProcessNew"/>
    <dgm:cxn modelId="{71012DA4-7777-4CDF-B680-1CBD253AB80E}" type="presParOf" srcId="{C8E9E195-081F-40EE-B550-41A785C3DAA9}" destId="{1A3BB7CF-7FBC-4057-9034-1238CA828996}" srcOrd="0" destOrd="0" presId="urn:microsoft.com/office/officeart/2016/7/layout/RepeatingBendingProcessNew"/>
    <dgm:cxn modelId="{F0932EB9-79A9-4006-879B-6DB9A277B1F0}" type="presParOf" srcId="{082FA5F3-AC9D-42CF-9020-2FCDC41CFC25}" destId="{40FA89CC-8D1C-46D5-B91E-9AFA54460042}" srcOrd="4" destOrd="0" presId="urn:microsoft.com/office/officeart/2016/7/layout/RepeatingBendingProcessNew"/>
    <dgm:cxn modelId="{8CCBEB1E-A19B-406C-847F-47487D28BB92}" type="presParOf" srcId="{082FA5F3-AC9D-42CF-9020-2FCDC41CFC25}" destId="{7CC1ECCC-7CB3-4AA7-A6D5-F54EDA41C090}" srcOrd="5" destOrd="0" presId="urn:microsoft.com/office/officeart/2016/7/layout/RepeatingBendingProcessNew"/>
    <dgm:cxn modelId="{01C87CC4-DAE9-495F-9AC3-0EF8768776F5}" type="presParOf" srcId="{7CC1ECCC-7CB3-4AA7-A6D5-F54EDA41C090}" destId="{F636FBB3-3348-49CF-A18B-0F7C615D0015}" srcOrd="0" destOrd="0" presId="urn:microsoft.com/office/officeart/2016/7/layout/RepeatingBendingProcessNew"/>
    <dgm:cxn modelId="{0309C219-F90B-4DA5-82FE-1B0218B363E9}" type="presParOf" srcId="{082FA5F3-AC9D-42CF-9020-2FCDC41CFC25}" destId="{3688AEC8-AEEB-4C46-8E89-86EC75A2864A}" srcOrd="6"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750BEEB-D301-4776-8B62-17B2FA64B1E0}" type="doc">
      <dgm:prSet loTypeId="urn:microsoft.com/office/officeart/2005/8/layout/process5" loCatId="process" qsTypeId="urn:microsoft.com/office/officeart/2005/8/quickstyle/simple4" qsCatId="simple" csTypeId="urn:microsoft.com/office/officeart/2005/8/colors/accent1_2" csCatId="accent1"/>
      <dgm:spPr/>
      <dgm:t>
        <a:bodyPr/>
        <a:lstStyle/>
        <a:p>
          <a:endParaRPr lang="en-US"/>
        </a:p>
      </dgm:t>
    </dgm:pt>
    <dgm:pt modelId="{30BAD29A-8318-4094-AB60-77F2B39C7808}">
      <dgm:prSet/>
      <dgm:spPr/>
      <dgm:t>
        <a:bodyPr/>
        <a:lstStyle/>
        <a:p>
          <a:r>
            <a:rPr lang="en-US"/>
            <a:t>Enhanced safety for personnel and public infrastructure.</a:t>
          </a:r>
        </a:p>
      </dgm:t>
    </dgm:pt>
    <dgm:pt modelId="{D356D086-6CF1-42E3-AC26-194C50272C21}" type="parTrans" cxnId="{5D22265C-6837-4693-9936-53FA652543D3}">
      <dgm:prSet/>
      <dgm:spPr/>
      <dgm:t>
        <a:bodyPr/>
        <a:lstStyle/>
        <a:p>
          <a:endParaRPr lang="en-US"/>
        </a:p>
      </dgm:t>
    </dgm:pt>
    <dgm:pt modelId="{CD5A5C7D-D32C-4D42-A313-2C0F60C5F74C}" type="sibTrans" cxnId="{5D22265C-6837-4693-9936-53FA652543D3}">
      <dgm:prSet/>
      <dgm:spPr/>
      <dgm:t>
        <a:bodyPr/>
        <a:lstStyle/>
        <a:p>
          <a:endParaRPr lang="en-US"/>
        </a:p>
      </dgm:t>
    </dgm:pt>
    <dgm:pt modelId="{AD304117-5BD4-488A-8D5F-BB767C3F9D91}">
      <dgm:prSet/>
      <dgm:spPr/>
      <dgm:t>
        <a:bodyPr/>
        <a:lstStyle/>
        <a:p>
          <a:r>
            <a:rPr lang="en-US"/>
            <a:t>Reduced downtime and maintenance expenses.</a:t>
          </a:r>
        </a:p>
      </dgm:t>
    </dgm:pt>
    <dgm:pt modelId="{6F50C98E-C82B-42E3-B5D3-5A7AF6161C5D}" type="parTrans" cxnId="{D21D394D-DA58-4BBB-9920-1BF4DB2234A2}">
      <dgm:prSet/>
      <dgm:spPr/>
      <dgm:t>
        <a:bodyPr/>
        <a:lstStyle/>
        <a:p>
          <a:endParaRPr lang="en-US"/>
        </a:p>
      </dgm:t>
    </dgm:pt>
    <dgm:pt modelId="{35785BB7-E2D1-4191-91C6-7E13AC3DC15C}" type="sibTrans" cxnId="{D21D394D-DA58-4BBB-9920-1BF4DB2234A2}">
      <dgm:prSet/>
      <dgm:spPr/>
      <dgm:t>
        <a:bodyPr/>
        <a:lstStyle/>
        <a:p>
          <a:endParaRPr lang="en-US"/>
        </a:p>
      </dgm:t>
    </dgm:pt>
    <dgm:pt modelId="{AD069F4F-AA5A-400D-8443-8ACF83E32B32}">
      <dgm:prSet/>
      <dgm:spPr/>
      <dgm:t>
        <a:bodyPr/>
        <a:lstStyle/>
        <a:p>
          <a:r>
            <a:rPr lang="en-US"/>
            <a:t>Contribution to smart city initiatives.</a:t>
          </a:r>
        </a:p>
      </dgm:t>
    </dgm:pt>
    <dgm:pt modelId="{D00D9EBC-0A4D-45E7-A430-10AC1BF016F4}" type="parTrans" cxnId="{66DA558E-46E0-4B92-80C4-9D795B1055BF}">
      <dgm:prSet/>
      <dgm:spPr/>
      <dgm:t>
        <a:bodyPr/>
        <a:lstStyle/>
        <a:p>
          <a:endParaRPr lang="en-US"/>
        </a:p>
      </dgm:t>
    </dgm:pt>
    <dgm:pt modelId="{D0BF36C7-39E8-40DD-864F-2C2ED8077B4A}" type="sibTrans" cxnId="{66DA558E-46E0-4B92-80C4-9D795B1055BF}">
      <dgm:prSet/>
      <dgm:spPr/>
      <dgm:t>
        <a:bodyPr/>
        <a:lstStyle/>
        <a:p>
          <a:endParaRPr lang="en-US"/>
        </a:p>
      </dgm:t>
    </dgm:pt>
    <dgm:pt modelId="{11DC347F-A017-415D-9036-3616D92C111D}" type="pres">
      <dgm:prSet presAssocID="{E750BEEB-D301-4776-8B62-17B2FA64B1E0}" presName="diagram" presStyleCnt="0">
        <dgm:presLayoutVars>
          <dgm:dir/>
          <dgm:resizeHandles val="exact"/>
        </dgm:presLayoutVars>
      </dgm:prSet>
      <dgm:spPr/>
    </dgm:pt>
    <dgm:pt modelId="{345CB080-A7EE-4332-A3B2-AAFDB85B3836}" type="pres">
      <dgm:prSet presAssocID="{30BAD29A-8318-4094-AB60-77F2B39C7808}" presName="node" presStyleLbl="node1" presStyleIdx="0" presStyleCnt="3">
        <dgm:presLayoutVars>
          <dgm:bulletEnabled val="1"/>
        </dgm:presLayoutVars>
      </dgm:prSet>
      <dgm:spPr/>
    </dgm:pt>
    <dgm:pt modelId="{FED7DC81-01F8-4A3F-BACE-2BDEF97FA4A2}" type="pres">
      <dgm:prSet presAssocID="{CD5A5C7D-D32C-4D42-A313-2C0F60C5F74C}" presName="sibTrans" presStyleLbl="sibTrans2D1" presStyleIdx="0" presStyleCnt="2"/>
      <dgm:spPr/>
    </dgm:pt>
    <dgm:pt modelId="{20F974EA-5A85-44E5-AE69-9A640B524FC3}" type="pres">
      <dgm:prSet presAssocID="{CD5A5C7D-D32C-4D42-A313-2C0F60C5F74C}" presName="connectorText" presStyleLbl="sibTrans2D1" presStyleIdx="0" presStyleCnt="2"/>
      <dgm:spPr/>
    </dgm:pt>
    <dgm:pt modelId="{BE4F9D70-F136-4406-A761-B9442B043E26}" type="pres">
      <dgm:prSet presAssocID="{AD304117-5BD4-488A-8D5F-BB767C3F9D91}" presName="node" presStyleLbl="node1" presStyleIdx="1" presStyleCnt="3">
        <dgm:presLayoutVars>
          <dgm:bulletEnabled val="1"/>
        </dgm:presLayoutVars>
      </dgm:prSet>
      <dgm:spPr/>
    </dgm:pt>
    <dgm:pt modelId="{A9C1DAAA-9CD6-410C-9741-94631B83CAC8}" type="pres">
      <dgm:prSet presAssocID="{35785BB7-E2D1-4191-91C6-7E13AC3DC15C}" presName="sibTrans" presStyleLbl="sibTrans2D1" presStyleIdx="1" presStyleCnt="2"/>
      <dgm:spPr/>
    </dgm:pt>
    <dgm:pt modelId="{4B62F893-FB30-4ADF-A3A9-5916B4399316}" type="pres">
      <dgm:prSet presAssocID="{35785BB7-E2D1-4191-91C6-7E13AC3DC15C}" presName="connectorText" presStyleLbl="sibTrans2D1" presStyleIdx="1" presStyleCnt="2"/>
      <dgm:spPr/>
    </dgm:pt>
    <dgm:pt modelId="{BCE11D3C-7306-44C7-8F2F-01901EC5474B}" type="pres">
      <dgm:prSet presAssocID="{AD069F4F-AA5A-400D-8443-8ACF83E32B32}" presName="node" presStyleLbl="node1" presStyleIdx="2" presStyleCnt="3">
        <dgm:presLayoutVars>
          <dgm:bulletEnabled val="1"/>
        </dgm:presLayoutVars>
      </dgm:prSet>
      <dgm:spPr/>
    </dgm:pt>
  </dgm:ptLst>
  <dgm:cxnLst>
    <dgm:cxn modelId="{EA9DCD33-41B5-4D05-97C3-A7031F078612}" type="presOf" srcId="{CD5A5C7D-D32C-4D42-A313-2C0F60C5F74C}" destId="{20F974EA-5A85-44E5-AE69-9A640B524FC3}" srcOrd="1" destOrd="0" presId="urn:microsoft.com/office/officeart/2005/8/layout/process5"/>
    <dgm:cxn modelId="{EDAF603B-3A97-4C94-A3AC-291DEAA20C4D}" type="presOf" srcId="{CD5A5C7D-D32C-4D42-A313-2C0F60C5F74C}" destId="{FED7DC81-01F8-4A3F-BACE-2BDEF97FA4A2}" srcOrd="0" destOrd="0" presId="urn:microsoft.com/office/officeart/2005/8/layout/process5"/>
    <dgm:cxn modelId="{5D22265C-6837-4693-9936-53FA652543D3}" srcId="{E750BEEB-D301-4776-8B62-17B2FA64B1E0}" destId="{30BAD29A-8318-4094-AB60-77F2B39C7808}" srcOrd="0" destOrd="0" parTransId="{D356D086-6CF1-42E3-AC26-194C50272C21}" sibTransId="{CD5A5C7D-D32C-4D42-A313-2C0F60C5F74C}"/>
    <dgm:cxn modelId="{D21D394D-DA58-4BBB-9920-1BF4DB2234A2}" srcId="{E750BEEB-D301-4776-8B62-17B2FA64B1E0}" destId="{AD304117-5BD4-488A-8D5F-BB767C3F9D91}" srcOrd="1" destOrd="0" parTransId="{6F50C98E-C82B-42E3-B5D3-5A7AF6161C5D}" sibTransId="{35785BB7-E2D1-4191-91C6-7E13AC3DC15C}"/>
    <dgm:cxn modelId="{4905E171-94D5-4E41-83E8-95925E898664}" type="presOf" srcId="{35785BB7-E2D1-4191-91C6-7E13AC3DC15C}" destId="{4B62F893-FB30-4ADF-A3A9-5916B4399316}" srcOrd="1" destOrd="0" presId="urn:microsoft.com/office/officeart/2005/8/layout/process5"/>
    <dgm:cxn modelId="{66DA558E-46E0-4B92-80C4-9D795B1055BF}" srcId="{E750BEEB-D301-4776-8B62-17B2FA64B1E0}" destId="{AD069F4F-AA5A-400D-8443-8ACF83E32B32}" srcOrd="2" destOrd="0" parTransId="{D00D9EBC-0A4D-45E7-A430-10AC1BF016F4}" sibTransId="{D0BF36C7-39E8-40DD-864F-2C2ED8077B4A}"/>
    <dgm:cxn modelId="{48CDBAA8-C6FF-4F2D-8396-BACB6223EBFB}" type="presOf" srcId="{E750BEEB-D301-4776-8B62-17B2FA64B1E0}" destId="{11DC347F-A017-415D-9036-3616D92C111D}" srcOrd="0" destOrd="0" presId="urn:microsoft.com/office/officeart/2005/8/layout/process5"/>
    <dgm:cxn modelId="{0DEBF8AB-E262-4244-A778-D36F5C058450}" type="presOf" srcId="{35785BB7-E2D1-4191-91C6-7E13AC3DC15C}" destId="{A9C1DAAA-9CD6-410C-9741-94631B83CAC8}" srcOrd="0" destOrd="0" presId="urn:microsoft.com/office/officeart/2005/8/layout/process5"/>
    <dgm:cxn modelId="{C30DF2B1-A7F6-46EC-B49E-33144D762499}" type="presOf" srcId="{AD069F4F-AA5A-400D-8443-8ACF83E32B32}" destId="{BCE11D3C-7306-44C7-8F2F-01901EC5474B}" srcOrd="0" destOrd="0" presId="urn:microsoft.com/office/officeart/2005/8/layout/process5"/>
    <dgm:cxn modelId="{DCF598D2-5048-49EC-AFE0-D605CD279394}" type="presOf" srcId="{AD304117-5BD4-488A-8D5F-BB767C3F9D91}" destId="{BE4F9D70-F136-4406-A761-B9442B043E26}" srcOrd="0" destOrd="0" presId="urn:microsoft.com/office/officeart/2005/8/layout/process5"/>
    <dgm:cxn modelId="{48A0FEF4-EF72-4F54-9C9F-B3167E6945CE}" type="presOf" srcId="{30BAD29A-8318-4094-AB60-77F2B39C7808}" destId="{345CB080-A7EE-4332-A3B2-AAFDB85B3836}" srcOrd="0" destOrd="0" presId="urn:microsoft.com/office/officeart/2005/8/layout/process5"/>
    <dgm:cxn modelId="{27E19F0B-EB9A-4550-8EB1-3DF034465B93}" type="presParOf" srcId="{11DC347F-A017-415D-9036-3616D92C111D}" destId="{345CB080-A7EE-4332-A3B2-AAFDB85B3836}" srcOrd="0" destOrd="0" presId="urn:microsoft.com/office/officeart/2005/8/layout/process5"/>
    <dgm:cxn modelId="{74EA52BD-19A4-4877-B430-100F02DF789A}" type="presParOf" srcId="{11DC347F-A017-415D-9036-3616D92C111D}" destId="{FED7DC81-01F8-4A3F-BACE-2BDEF97FA4A2}" srcOrd="1" destOrd="0" presId="urn:microsoft.com/office/officeart/2005/8/layout/process5"/>
    <dgm:cxn modelId="{EE435FE3-6FF9-409E-9A04-F475E4ED1BE7}" type="presParOf" srcId="{FED7DC81-01F8-4A3F-BACE-2BDEF97FA4A2}" destId="{20F974EA-5A85-44E5-AE69-9A640B524FC3}" srcOrd="0" destOrd="0" presId="urn:microsoft.com/office/officeart/2005/8/layout/process5"/>
    <dgm:cxn modelId="{5852F125-5499-4A06-B397-11490D7E7F36}" type="presParOf" srcId="{11DC347F-A017-415D-9036-3616D92C111D}" destId="{BE4F9D70-F136-4406-A761-B9442B043E26}" srcOrd="2" destOrd="0" presId="urn:microsoft.com/office/officeart/2005/8/layout/process5"/>
    <dgm:cxn modelId="{067BFAB2-C873-43A1-8B3D-2723F9DFFBFF}" type="presParOf" srcId="{11DC347F-A017-415D-9036-3616D92C111D}" destId="{A9C1DAAA-9CD6-410C-9741-94631B83CAC8}" srcOrd="3" destOrd="0" presId="urn:microsoft.com/office/officeart/2005/8/layout/process5"/>
    <dgm:cxn modelId="{BAC59CD0-E83B-4EB1-AD3F-293A687B7C6A}" type="presParOf" srcId="{A9C1DAAA-9CD6-410C-9741-94631B83CAC8}" destId="{4B62F893-FB30-4ADF-A3A9-5916B4399316}" srcOrd="0" destOrd="0" presId="urn:microsoft.com/office/officeart/2005/8/layout/process5"/>
    <dgm:cxn modelId="{AF2FA6F8-4013-4AE9-AA94-BA43FF3BC95B}" type="presParOf" srcId="{11DC347F-A017-415D-9036-3616D92C111D}" destId="{BCE11D3C-7306-44C7-8F2F-01901EC5474B}" srcOrd="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0DE5552-89E8-44C0-B819-BA32E3C8B82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9CC3310-9C3E-4565-B718-1CAD5EFD44C0}">
      <dgm:prSet/>
      <dgm:spPr/>
      <dgm:t>
        <a:bodyPr/>
        <a:lstStyle/>
        <a:p>
          <a:r>
            <a:rPr lang="en-US" b="1"/>
            <a:t>Thank You for Your Attention!</a:t>
          </a:r>
          <a:endParaRPr lang="en-US"/>
        </a:p>
      </dgm:t>
    </dgm:pt>
    <dgm:pt modelId="{7C44B3AF-F366-4A78-BBFB-0469AC1B951C}" type="parTrans" cxnId="{2B64F9B3-89A3-456D-9809-9B9AB8C25E07}">
      <dgm:prSet/>
      <dgm:spPr/>
      <dgm:t>
        <a:bodyPr/>
        <a:lstStyle/>
        <a:p>
          <a:endParaRPr lang="en-US"/>
        </a:p>
      </dgm:t>
    </dgm:pt>
    <dgm:pt modelId="{8660A069-135A-4653-9E6E-D4E94377A591}" type="sibTrans" cxnId="{2B64F9B3-89A3-456D-9809-9B9AB8C25E07}">
      <dgm:prSet/>
      <dgm:spPr/>
      <dgm:t>
        <a:bodyPr/>
        <a:lstStyle/>
        <a:p>
          <a:endParaRPr lang="en-US"/>
        </a:p>
      </dgm:t>
    </dgm:pt>
    <dgm:pt modelId="{10E89D80-4799-4965-A5C9-CF811DB9A1BE}">
      <dgm:prSet/>
      <dgm:spPr/>
      <dgm:t>
        <a:bodyPr/>
        <a:lstStyle/>
        <a:p>
          <a:r>
            <a:rPr lang="en-US"/>
            <a:t>Questions and feedback are welcome.</a:t>
          </a:r>
        </a:p>
      </dgm:t>
    </dgm:pt>
    <dgm:pt modelId="{9BEAD17B-A224-4DA8-9C9C-2DD315B5671E}" type="parTrans" cxnId="{B5D4C953-A214-429C-97DE-0C387CD60D1E}">
      <dgm:prSet/>
      <dgm:spPr/>
      <dgm:t>
        <a:bodyPr/>
        <a:lstStyle/>
        <a:p>
          <a:endParaRPr lang="en-US"/>
        </a:p>
      </dgm:t>
    </dgm:pt>
    <dgm:pt modelId="{C47AA202-A457-4D53-9BAC-352AB1B4923A}" type="sibTrans" cxnId="{B5D4C953-A214-429C-97DE-0C387CD60D1E}">
      <dgm:prSet/>
      <dgm:spPr/>
      <dgm:t>
        <a:bodyPr/>
        <a:lstStyle/>
        <a:p>
          <a:endParaRPr lang="en-US"/>
        </a:p>
      </dgm:t>
    </dgm:pt>
    <dgm:pt modelId="{1F0BFE8D-993F-441B-B1BA-A3B77EA83174}" type="pres">
      <dgm:prSet presAssocID="{30DE5552-89E8-44C0-B819-BA32E3C8B825}" presName="root" presStyleCnt="0">
        <dgm:presLayoutVars>
          <dgm:dir/>
          <dgm:resizeHandles val="exact"/>
        </dgm:presLayoutVars>
      </dgm:prSet>
      <dgm:spPr/>
    </dgm:pt>
    <dgm:pt modelId="{861706DF-4960-495D-9AF0-591FE657486C}" type="pres">
      <dgm:prSet presAssocID="{59CC3310-9C3E-4565-B718-1CAD5EFD44C0}" presName="compNode" presStyleCnt="0"/>
      <dgm:spPr/>
    </dgm:pt>
    <dgm:pt modelId="{1437B3EB-5E1F-4B79-86D9-490D4D9BF58E}" type="pres">
      <dgm:prSet presAssocID="{59CC3310-9C3E-4565-B718-1CAD5EFD44C0}" presName="bgRect" presStyleLbl="bgShp" presStyleIdx="0" presStyleCnt="2"/>
      <dgm:spPr/>
    </dgm:pt>
    <dgm:pt modelId="{C8B75A03-D6EA-40A8-8E29-2B5D961BAD5F}" type="pres">
      <dgm:prSet presAssocID="{59CC3310-9C3E-4565-B718-1CAD5EFD44C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ar"/>
        </a:ext>
      </dgm:extLst>
    </dgm:pt>
    <dgm:pt modelId="{875041D5-1F2B-4743-908A-2280A90B7C94}" type="pres">
      <dgm:prSet presAssocID="{59CC3310-9C3E-4565-B718-1CAD5EFD44C0}" presName="spaceRect" presStyleCnt="0"/>
      <dgm:spPr/>
    </dgm:pt>
    <dgm:pt modelId="{B0796BA0-AD86-492B-AB2C-481902508B45}" type="pres">
      <dgm:prSet presAssocID="{59CC3310-9C3E-4565-B718-1CAD5EFD44C0}" presName="parTx" presStyleLbl="revTx" presStyleIdx="0" presStyleCnt="2">
        <dgm:presLayoutVars>
          <dgm:chMax val="0"/>
          <dgm:chPref val="0"/>
        </dgm:presLayoutVars>
      </dgm:prSet>
      <dgm:spPr/>
    </dgm:pt>
    <dgm:pt modelId="{5823266C-DB52-4E68-87BE-17A2CF5A807E}" type="pres">
      <dgm:prSet presAssocID="{8660A069-135A-4653-9E6E-D4E94377A591}" presName="sibTrans" presStyleCnt="0"/>
      <dgm:spPr/>
    </dgm:pt>
    <dgm:pt modelId="{E3EEEE79-70F5-4CF3-AC74-38E053F7E6FE}" type="pres">
      <dgm:prSet presAssocID="{10E89D80-4799-4965-A5C9-CF811DB9A1BE}" presName="compNode" presStyleCnt="0"/>
      <dgm:spPr/>
    </dgm:pt>
    <dgm:pt modelId="{08CD2310-2844-48D7-8D2F-697598778F1F}" type="pres">
      <dgm:prSet presAssocID="{10E89D80-4799-4965-A5C9-CF811DB9A1BE}" presName="bgRect" presStyleLbl="bgShp" presStyleIdx="1" presStyleCnt="2"/>
      <dgm:spPr/>
    </dgm:pt>
    <dgm:pt modelId="{C375DD45-EA31-4586-8EA2-7958AA614E14}" type="pres">
      <dgm:prSet presAssocID="{10E89D80-4799-4965-A5C9-CF811DB9A1B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a:ext>
      </dgm:extLst>
    </dgm:pt>
    <dgm:pt modelId="{20729BE2-84F6-49C6-ACD5-113A3F1989F6}" type="pres">
      <dgm:prSet presAssocID="{10E89D80-4799-4965-A5C9-CF811DB9A1BE}" presName="spaceRect" presStyleCnt="0"/>
      <dgm:spPr/>
    </dgm:pt>
    <dgm:pt modelId="{AD1CB627-C37D-4EB9-8ACD-B7BF8D55FA5B}" type="pres">
      <dgm:prSet presAssocID="{10E89D80-4799-4965-A5C9-CF811DB9A1BE}" presName="parTx" presStyleLbl="revTx" presStyleIdx="1" presStyleCnt="2">
        <dgm:presLayoutVars>
          <dgm:chMax val="0"/>
          <dgm:chPref val="0"/>
        </dgm:presLayoutVars>
      </dgm:prSet>
      <dgm:spPr/>
    </dgm:pt>
  </dgm:ptLst>
  <dgm:cxnLst>
    <dgm:cxn modelId="{72065024-CFD1-4BE5-A9B2-37ED26B68F4F}" type="presOf" srcId="{59CC3310-9C3E-4565-B718-1CAD5EFD44C0}" destId="{B0796BA0-AD86-492B-AB2C-481902508B45}" srcOrd="0" destOrd="0" presId="urn:microsoft.com/office/officeart/2018/2/layout/IconVerticalSolidList"/>
    <dgm:cxn modelId="{F16F0D2D-6BAA-4236-B6DC-36C941A7E524}" type="presOf" srcId="{10E89D80-4799-4965-A5C9-CF811DB9A1BE}" destId="{AD1CB627-C37D-4EB9-8ACD-B7BF8D55FA5B}" srcOrd="0" destOrd="0" presId="urn:microsoft.com/office/officeart/2018/2/layout/IconVerticalSolidList"/>
    <dgm:cxn modelId="{CD8BEB64-968D-4140-ACBC-D7B82AFBA2B2}" type="presOf" srcId="{30DE5552-89E8-44C0-B819-BA32E3C8B825}" destId="{1F0BFE8D-993F-441B-B1BA-A3B77EA83174}" srcOrd="0" destOrd="0" presId="urn:microsoft.com/office/officeart/2018/2/layout/IconVerticalSolidList"/>
    <dgm:cxn modelId="{B5D4C953-A214-429C-97DE-0C387CD60D1E}" srcId="{30DE5552-89E8-44C0-B819-BA32E3C8B825}" destId="{10E89D80-4799-4965-A5C9-CF811DB9A1BE}" srcOrd="1" destOrd="0" parTransId="{9BEAD17B-A224-4DA8-9C9C-2DD315B5671E}" sibTransId="{C47AA202-A457-4D53-9BAC-352AB1B4923A}"/>
    <dgm:cxn modelId="{2B64F9B3-89A3-456D-9809-9B9AB8C25E07}" srcId="{30DE5552-89E8-44C0-B819-BA32E3C8B825}" destId="{59CC3310-9C3E-4565-B718-1CAD5EFD44C0}" srcOrd="0" destOrd="0" parTransId="{7C44B3AF-F366-4A78-BBFB-0469AC1B951C}" sibTransId="{8660A069-135A-4653-9E6E-D4E94377A591}"/>
    <dgm:cxn modelId="{0C8B0EBC-382E-4A26-8FF4-DC6B9411F0B9}" type="presParOf" srcId="{1F0BFE8D-993F-441B-B1BA-A3B77EA83174}" destId="{861706DF-4960-495D-9AF0-591FE657486C}" srcOrd="0" destOrd="0" presId="urn:microsoft.com/office/officeart/2018/2/layout/IconVerticalSolidList"/>
    <dgm:cxn modelId="{67D1417B-5526-4215-B61F-CBFA4D384E0B}" type="presParOf" srcId="{861706DF-4960-495D-9AF0-591FE657486C}" destId="{1437B3EB-5E1F-4B79-86D9-490D4D9BF58E}" srcOrd="0" destOrd="0" presId="urn:microsoft.com/office/officeart/2018/2/layout/IconVerticalSolidList"/>
    <dgm:cxn modelId="{5E780D7C-5BBD-4F7B-AD3D-41A09F5F04BB}" type="presParOf" srcId="{861706DF-4960-495D-9AF0-591FE657486C}" destId="{C8B75A03-D6EA-40A8-8E29-2B5D961BAD5F}" srcOrd="1" destOrd="0" presId="urn:microsoft.com/office/officeart/2018/2/layout/IconVerticalSolidList"/>
    <dgm:cxn modelId="{3C89A500-6420-4E5C-82CE-342EDEB769F0}" type="presParOf" srcId="{861706DF-4960-495D-9AF0-591FE657486C}" destId="{875041D5-1F2B-4743-908A-2280A90B7C94}" srcOrd="2" destOrd="0" presId="urn:microsoft.com/office/officeart/2018/2/layout/IconVerticalSolidList"/>
    <dgm:cxn modelId="{EA1B3FC1-274E-4DBF-B6BF-2CEB4D68452A}" type="presParOf" srcId="{861706DF-4960-495D-9AF0-591FE657486C}" destId="{B0796BA0-AD86-492B-AB2C-481902508B45}" srcOrd="3" destOrd="0" presId="urn:microsoft.com/office/officeart/2018/2/layout/IconVerticalSolidList"/>
    <dgm:cxn modelId="{01D0021D-F655-451F-AF9F-E6DE7F340A9D}" type="presParOf" srcId="{1F0BFE8D-993F-441B-B1BA-A3B77EA83174}" destId="{5823266C-DB52-4E68-87BE-17A2CF5A807E}" srcOrd="1" destOrd="0" presId="urn:microsoft.com/office/officeart/2018/2/layout/IconVerticalSolidList"/>
    <dgm:cxn modelId="{53F449D6-B50C-417C-B8D5-86DD0C8A0AFC}" type="presParOf" srcId="{1F0BFE8D-993F-441B-B1BA-A3B77EA83174}" destId="{E3EEEE79-70F5-4CF3-AC74-38E053F7E6FE}" srcOrd="2" destOrd="0" presId="urn:microsoft.com/office/officeart/2018/2/layout/IconVerticalSolidList"/>
    <dgm:cxn modelId="{C9873650-B855-4C1B-867D-856C1EB4EA19}" type="presParOf" srcId="{E3EEEE79-70F5-4CF3-AC74-38E053F7E6FE}" destId="{08CD2310-2844-48D7-8D2F-697598778F1F}" srcOrd="0" destOrd="0" presId="urn:microsoft.com/office/officeart/2018/2/layout/IconVerticalSolidList"/>
    <dgm:cxn modelId="{0FDD22BF-19F1-4525-808D-D26B55AECA72}" type="presParOf" srcId="{E3EEEE79-70F5-4CF3-AC74-38E053F7E6FE}" destId="{C375DD45-EA31-4586-8EA2-7958AA614E14}" srcOrd="1" destOrd="0" presId="urn:microsoft.com/office/officeart/2018/2/layout/IconVerticalSolidList"/>
    <dgm:cxn modelId="{CDEA1F96-2E7F-49FC-A76A-AB04DE65DD2B}" type="presParOf" srcId="{E3EEEE79-70F5-4CF3-AC74-38E053F7E6FE}" destId="{20729BE2-84F6-49C6-ACD5-113A3F1989F6}" srcOrd="2" destOrd="0" presId="urn:microsoft.com/office/officeart/2018/2/layout/IconVerticalSolidList"/>
    <dgm:cxn modelId="{FECACD14-38EA-418D-978C-11AB5F6633D8}" type="presParOf" srcId="{E3EEEE79-70F5-4CF3-AC74-38E053F7E6FE}" destId="{AD1CB627-C37D-4EB9-8ACD-B7BF8D55FA5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059D1-F131-4A6E-8027-0175DA21FDFB}">
      <dsp:nvSpPr>
        <dsp:cNvPr id="0" name=""/>
        <dsp:cNvSpPr/>
      </dsp:nvSpPr>
      <dsp:spPr>
        <a:xfrm>
          <a:off x="0" y="0"/>
          <a:ext cx="5184742"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1FD32F-A98C-4759-8295-65D655FFEC11}">
      <dsp:nvSpPr>
        <dsp:cNvPr id="0" name=""/>
        <dsp:cNvSpPr/>
      </dsp:nvSpPr>
      <dsp:spPr>
        <a:xfrm>
          <a:off x="0" y="0"/>
          <a:ext cx="5184742" cy="456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b="1" kern="1200" dirty="0"/>
            <a:t>Team Members: :</a:t>
          </a:r>
          <a:r>
            <a:rPr lang="en-IN" sz="1800" kern="1200" dirty="0"/>
            <a:t> Deepak Pal (2100540310011)</a:t>
          </a:r>
        </a:p>
      </dsp:txBody>
      <dsp:txXfrm>
        <a:off x="0" y="0"/>
        <a:ext cx="5184742" cy="456021"/>
      </dsp:txXfrm>
    </dsp:sp>
    <dsp:sp modelId="{3EC6B28D-B7B8-4DFF-90A3-2B0F02E46CEC}">
      <dsp:nvSpPr>
        <dsp:cNvPr id="0" name=""/>
        <dsp:cNvSpPr/>
      </dsp:nvSpPr>
      <dsp:spPr>
        <a:xfrm>
          <a:off x="0" y="456021"/>
          <a:ext cx="5184742"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524261F-7559-472B-A163-53D885F8C1A4}">
      <dsp:nvSpPr>
        <dsp:cNvPr id="0" name=""/>
        <dsp:cNvSpPr/>
      </dsp:nvSpPr>
      <dsp:spPr>
        <a:xfrm>
          <a:off x="0" y="456021"/>
          <a:ext cx="5184742" cy="456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t>                                Md Tahir (2100540310016)</a:t>
          </a:r>
        </a:p>
      </dsp:txBody>
      <dsp:txXfrm>
        <a:off x="0" y="456021"/>
        <a:ext cx="5184742" cy="456021"/>
      </dsp:txXfrm>
    </dsp:sp>
    <dsp:sp modelId="{CD55AE7D-5FF2-48A8-8B85-FA051AB54F88}">
      <dsp:nvSpPr>
        <dsp:cNvPr id="0" name=""/>
        <dsp:cNvSpPr/>
      </dsp:nvSpPr>
      <dsp:spPr>
        <a:xfrm>
          <a:off x="0" y="912043"/>
          <a:ext cx="5184742"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A857B5-ADDC-4683-B487-318FE8215C1E}">
      <dsp:nvSpPr>
        <dsp:cNvPr id="0" name=""/>
        <dsp:cNvSpPr/>
      </dsp:nvSpPr>
      <dsp:spPr>
        <a:xfrm>
          <a:off x="0" y="912043"/>
          <a:ext cx="5184742" cy="456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t>                                Arun Kumar Singh(2100540310007</a:t>
          </a:r>
        </a:p>
      </dsp:txBody>
      <dsp:txXfrm>
        <a:off x="0" y="912043"/>
        <a:ext cx="5184742" cy="456021"/>
      </dsp:txXfrm>
    </dsp:sp>
    <dsp:sp modelId="{BE34E62D-6F7B-4D5F-9586-CFC73E2B2CAC}">
      <dsp:nvSpPr>
        <dsp:cNvPr id="0" name=""/>
        <dsp:cNvSpPr/>
      </dsp:nvSpPr>
      <dsp:spPr>
        <a:xfrm>
          <a:off x="0" y="1368065"/>
          <a:ext cx="5184742"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8BE9E6-811D-44A4-A771-7ACB4936B5D0}">
      <dsp:nvSpPr>
        <dsp:cNvPr id="0" name=""/>
        <dsp:cNvSpPr/>
      </dsp:nvSpPr>
      <dsp:spPr>
        <a:xfrm>
          <a:off x="0" y="1368065"/>
          <a:ext cx="5184742" cy="4560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IN" sz="1800" kern="1200" dirty="0"/>
            <a:t>                                Mohd Zaid(2100540310017)</a:t>
          </a:r>
        </a:p>
      </dsp:txBody>
      <dsp:txXfrm>
        <a:off x="0" y="1368065"/>
        <a:ext cx="5184742" cy="4560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309D48-F0F6-4EA8-BE49-33616C4B6A67}">
      <dsp:nvSpPr>
        <dsp:cNvPr id="0" name=""/>
        <dsp:cNvSpPr/>
      </dsp:nvSpPr>
      <dsp:spPr>
        <a:xfrm>
          <a:off x="0" y="2957136"/>
          <a:ext cx="6266011" cy="1940201"/>
        </a:xfrm>
        <a:prstGeom prst="rect">
          <a:avLst/>
        </a:prstGeom>
        <a:gradFill rotWithShape="0">
          <a:gsLst>
            <a:gs pos="0">
              <a:schemeClr val="accent2">
                <a:hueOff val="0"/>
                <a:satOff val="0"/>
                <a:lumOff val="0"/>
                <a:alphaOff val="0"/>
                <a:tint val="98000"/>
                <a:lumMod val="100000"/>
              </a:schemeClr>
            </a:gs>
            <a:gs pos="100000">
              <a:schemeClr val="accent2">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b="1" kern="1200"/>
            <a:t>Importance</a:t>
          </a:r>
          <a:r>
            <a:rPr lang="en-US" sz="2800" kern="1200"/>
            <a:t>:</a:t>
          </a:r>
        </a:p>
      </dsp:txBody>
      <dsp:txXfrm>
        <a:off x="0" y="2957136"/>
        <a:ext cx="6266011" cy="1047708"/>
      </dsp:txXfrm>
    </dsp:sp>
    <dsp:sp modelId="{F6E8D88C-FB53-4874-B6E9-8484067084BA}">
      <dsp:nvSpPr>
        <dsp:cNvPr id="0" name=""/>
        <dsp:cNvSpPr/>
      </dsp:nvSpPr>
      <dsp:spPr>
        <a:xfrm>
          <a:off x="3059" y="3966040"/>
          <a:ext cx="2086630" cy="892492"/>
        </a:xfrm>
        <a:prstGeom prst="rect">
          <a:avLst/>
        </a:prstGeom>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kern="1200"/>
            <a:t>Prevent electrical hazards.</a:t>
          </a:r>
        </a:p>
      </dsp:txBody>
      <dsp:txXfrm>
        <a:off x="3059" y="3966040"/>
        <a:ext cx="2086630" cy="892492"/>
      </dsp:txXfrm>
    </dsp:sp>
    <dsp:sp modelId="{3DB03A6A-6AF9-4510-AD72-B010F6356709}">
      <dsp:nvSpPr>
        <dsp:cNvPr id="0" name=""/>
        <dsp:cNvSpPr/>
      </dsp:nvSpPr>
      <dsp:spPr>
        <a:xfrm>
          <a:off x="2089690" y="3966040"/>
          <a:ext cx="2086630" cy="892492"/>
        </a:xfrm>
        <a:prstGeom prst="rect">
          <a:avLst/>
        </a:prstGeom>
        <a:solidFill>
          <a:schemeClr val="accent2">
            <a:tint val="40000"/>
            <a:alpha val="90000"/>
            <a:hueOff val="-1935681"/>
            <a:satOff val="-9566"/>
            <a:lumOff val="-962"/>
            <a:alphaOff val="0"/>
          </a:schemeClr>
        </a:solidFill>
        <a:ln w="9525" cap="rnd" cmpd="sng" algn="ctr">
          <a:solidFill>
            <a:schemeClr val="accent2">
              <a:tint val="40000"/>
              <a:alpha val="90000"/>
              <a:hueOff val="-1935681"/>
              <a:satOff val="-9566"/>
              <a:lumOff val="-962"/>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kern="1200"/>
            <a:t>Reduce maintenance costs.</a:t>
          </a:r>
        </a:p>
      </dsp:txBody>
      <dsp:txXfrm>
        <a:off x="2089690" y="3966040"/>
        <a:ext cx="2086630" cy="892492"/>
      </dsp:txXfrm>
    </dsp:sp>
    <dsp:sp modelId="{BF7F7736-0BA9-4832-9133-610A5E577439}">
      <dsp:nvSpPr>
        <dsp:cNvPr id="0" name=""/>
        <dsp:cNvSpPr/>
      </dsp:nvSpPr>
      <dsp:spPr>
        <a:xfrm>
          <a:off x="4176320" y="3966040"/>
          <a:ext cx="2086630" cy="892492"/>
        </a:xfrm>
        <a:prstGeom prst="rect">
          <a:avLst/>
        </a:prstGeom>
        <a:solidFill>
          <a:schemeClr val="accent2">
            <a:tint val="40000"/>
            <a:alpha val="90000"/>
            <a:hueOff val="-3871361"/>
            <a:satOff val="-19132"/>
            <a:lumOff val="-1925"/>
            <a:alphaOff val="0"/>
          </a:schemeClr>
        </a:solidFill>
        <a:ln w="9525" cap="rnd" cmpd="sng" algn="ctr">
          <a:solidFill>
            <a:schemeClr val="accent2">
              <a:tint val="40000"/>
              <a:alpha val="90000"/>
              <a:hueOff val="-3871361"/>
              <a:satOff val="-19132"/>
              <a:lumOff val="-1925"/>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kern="1200"/>
            <a:t>Improve operational safety.</a:t>
          </a:r>
        </a:p>
      </dsp:txBody>
      <dsp:txXfrm>
        <a:off x="4176320" y="3966040"/>
        <a:ext cx="2086630" cy="892492"/>
      </dsp:txXfrm>
    </dsp:sp>
    <dsp:sp modelId="{E29AF78E-8520-42C5-91AF-005FAC2FA7E5}">
      <dsp:nvSpPr>
        <dsp:cNvPr id="0" name=""/>
        <dsp:cNvSpPr/>
      </dsp:nvSpPr>
      <dsp:spPr>
        <a:xfrm rot="10800000">
          <a:off x="0" y="2209"/>
          <a:ext cx="6266011" cy="2984029"/>
        </a:xfrm>
        <a:prstGeom prst="upArrowCallout">
          <a:avLst/>
        </a:prstGeom>
        <a:gradFill rotWithShape="0">
          <a:gsLst>
            <a:gs pos="0">
              <a:schemeClr val="accent2">
                <a:hueOff val="-3110148"/>
                <a:satOff val="-16453"/>
                <a:lumOff val="-6274"/>
                <a:alphaOff val="0"/>
                <a:tint val="98000"/>
                <a:lumMod val="100000"/>
              </a:schemeClr>
            </a:gs>
            <a:gs pos="100000">
              <a:schemeClr val="accent2">
                <a:hueOff val="-3110148"/>
                <a:satOff val="-16453"/>
                <a:lumOff val="-6274"/>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b="1" kern="1200"/>
            <a:t>Objective</a:t>
          </a:r>
          <a:r>
            <a:rPr lang="en-US" sz="2800" kern="1200"/>
            <a:t>: Develop a system to monitor the healthiness of earthing systems and alert staff in case of malfunction.</a:t>
          </a:r>
        </a:p>
      </dsp:txBody>
      <dsp:txXfrm rot="10800000">
        <a:off x="0" y="2209"/>
        <a:ext cx="6266011" cy="19389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FF8CFF-F450-4332-BF6F-AF6E080F6EB4}">
      <dsp:nvSpPr>
        <dsp:cNvPr id="0" name=""/>
        <dsp:cNvSpPr/>
      </dsp:nvSpPr>
      <dsp:spPr>
        <a:xfrm>
          <a:off x="0" y="2449964"/>
          <a:ext cx="10353675" cy="1607441"/>
        </a:xfrm>
        <a:prstGeom prst="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a:t>Faults in earthing systems (e.g., high resistance, leakage currents) cause:</a:t>
          </a:r>
        </a:p>
      </dsp:txBody>
      <dsp:txXfrm>
        <a:off x="0" y="2449964"/>
        <a:ext cx="10353675" cy="868018"/>
      </dsp:txXfrm>
    </dsp:sp>
    <dsp:sp modelId="{82791FDF-783D-4B41-AA8A-FC4319FD544A}">
      <dsp:nvSpPr>
        <dsp:cNvPr id="0" name=""/>
        <dsp:cNvSpPr/>
      </dsp:nvSpPr>
      <dsp:spPr>
        <a:xfrm>
          <a:off x="0" y="3285834"/>
          <a:ext cx="5176837" cy="739423"/>
        </a:xfrm>
        <a:prstGeom prst="rect">
          <a:avLst/>
        </a:prstGeom>
        <a:solidFill>
          <a:schemeClr val="accent1">
            <a:alpha val="90000"/>
            <a:tint val="40000"/>
            <a:hueOff val="0"/>
            <a:satOff val="0"/>
            <a:lumOff val="0"/>
            <a:alphaOff val="0"/>
          </a:schemeClr>
        </a:solidFill>
        <a:ln w="9525"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kern="1200"/>
            <a:t>Equipment damage.</a:t>
          </a:r>
        </a:p>
      </dsp:txBody>
      <dsp:txXfrm>
        <a:off x="0" y="3285834"/>
        <a:ext cx="5176837" cy="739423"/>
      </dsp:txXfrm>
    </dsp:sp>
    <dsp:sp modelId="{530FBB3C-0AA4-4914-BBE0-DCB34DD2DEAD}">
      <dsp:nvSpPr>
        <dsp:cNvPr id="0" name=""/>
        <dsp:cNvSpPr/>
      </dsp:nvSpPr>
      <dsp:spPr>
        <a:xfrm>
          <a:off x="5176837" y="3285834"/>
          <a:ext cx="5176837" cy="739423"/>
        </a:xfrm>
        <a:prstGeom prst="rect">
          <a:avLst/>
        </a:prstGeom>
        <a:solidFill>
          <a:schemeClr val="accent1">
            <a:alpha val="90000"/>
            <a:tint val="40000"/>
            <a:hueOff val="0"/>
            <a:satOff val="0"/>
            <a:lumOff val="0"/>
            <a:alphaOff val="0"/>
          </a:schemeClr>
        </a:solidFill>
        <a:ln w="9525"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kern="1200"/>
            <a:t>Safety risks for personnel.</a:t>
          </a:r>
        </a:p>
      </dsp:txBody>
      <dsp:txXfrm>
        <a:off x="5176837" y="3285834"/>
        <a:ext cx="5176837" cy="739423"/>
      </dsp:txXfrm>
    </dsp:sp>
    <dsp:sp modelId="{617E2B35-7455-40D7-804A-C2FBCA2413B5}">
      <dsp:nvSpPr>
        <dsp:cNvPr id="0" name=""/>
        <dsp:cNvSpPr/>
      </dsp:nvSpPr>
      <dsp:spPr>
        <a:xfrm rot="10800000">
          <a:off x="0" y="1830"/>
          <a:ext cx="10353675" cy="2472245"/>
        </a:xfrm>
        <a:prstGeom prst="upArrowCallou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a:t>Manual inspection of earthing systems is:</a:t>
          </a:r>
        </a:p>
      </dsp:txBody>
      <dsp:txXfrm rot="-10800000">
        <a:off x="0" y="1830"/>
        <a:ext cx="10353675" cy="867758"/>
      </dsp:txXfrm>
    </dsp:sp>
    <dsp:sp modelId="{B96C822A-313A-4FFB-9274-0845AF18E72F}">
      <dsp:nvSpPr>
        <dsp:cNvPr id="0" name=""/>
        <dsp:cNvSpPr/>
      </dsp:nvSpPr>
      <dsp:spPr>
        <a:xfrm>
          <a:off x="5055" y="869588"/>
          <a:ext cx="3447854" cy="739201"/>
        </a:xfrm>
        <a:prstGeom prst="rect">
          <a:avLst/>
        </a:prstGeom>
        <a:solidFill>
          <a:schemeClr val="accent1">
            <a:alpha val="90000"/>
            <a:tint val="40000"/>
            <a:hueOff val="0"/>
            <a:satOff val="0"/>
            <a:lumOff val="0"/>
            <a:alphaOff val="0"/>
          </a:schemeClr>
        </a:solidFill>
        <a:ln w="9525"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kern="1200"/>
            <a:t>Time-Consuming</a:t>
          </a:r>
        </a:p>
      </dsp:txBody>
      <dsp:txXfrm>
        <a:off x="5055" y="869588"/>
        <a:ext cx="3447854" cy="739201"/>
      </dsp:txXfrm>
    </dsp:sp>
    <dsp:sp modelId="{6D57A7BD-8372-4251-B9DF-50727501D7D0}">
      <dsp:nvSpPr>
        <dsp:cNvPr id="0" name=""/>
        <dsp:cNvSpPr/>
      </dsp:nvSpPr>
      <dsp:spPr>
        <a:xfrm>
          <a:off x="3452910" y="869588"/>
          <a:ext cx="3447854" cy="739201"/>
        </a:xfrm>
        <a:prstGeom prst="rect">
          <a:avLst/>
        </a:prstGeom>
        <a:solidFill>
          <a:schemeClr val="accent1">
            <a:alpha val="90000"/>
            <a:tint val="40000"/>
            <a:hueOff val="0"/>
            <a:satOff val="0"/>
            <a:lumOff val="0"/>
            <a:alphaOff val="0"/>
          </a:schemeClr>
        </a:solidFill>
        <a:ln w="9525"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kern="1200"/>
            <a:t>Inefficient</a:t>
          </a:r>
        </a:p>
      </dsp:txBody>
      <dsp:txXfrm>
        <a:off x="3452910" y="869588"/>
        <a:ext cx="3447854" cy="739201"/>
      </dsp:txXfrm>
    </dsp:sp>
    <dsp:sp modelId="{623D278A-EF00-43C1-B96E-DE8E5FAD6C42}">
      <dsp:nvSpPr>
        <dsp:cNvPr id="0" name=""/>
        <dsp:cNvSpPr/>
      </dsp:nvSpPr>
      <dsp:spPr>
        <a:xfrm>
          <a:off x="6900764" y="869588"/>
          <a:ext cx="3447854" cy="739201"/>
        </a:xfrm>
        <a:prstGeom prst="rect">
          <a:avLst/>
        </a:prstGeom>
        <a:solidFill>
          <a:schemeClr val="accent1">
            <a:alpha val="90000"/>
            <a:tint val="40000"/>
            <a:hueOff val="0"/>
            <a:satOff val="0"/>
            <a:lumOff val="0"/>
            <a:alphaOff val="0"/>
          </a:schemeClr>
        </a:solidFill>
        <a:ln w="9525" cap="rnd"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0688" tIns="30480" rIns="170688" bIns="30480" numCol="1" spcCol="1270" anchor="ctr" anchorCtr="0">
          <a:noAutofit/>
        </a:bodyPr>
        <a:lstStyle/>
        <a:p>
          <a:pPr marL="0" lvl="0" indent="0" algn="ctr" defTabSz="1066800">
            <a:lnSpc>
              <a:spcPct val="90000"/>
            </a:lnSpc>
            <a:spcBef>
              <a:spcPct val="0"/>
            </a:spcBef>
            <a:spcAft>
              <a:spcPct val="35000"/>
            </a:spcAft>
            <a:buNone/>
          </a:pPr>
          <a:r>
            <a:rPr lang="en-US" sz="2400" kern="1200"/>
            <a:t>Prone to delayed fault detection</a:t>
          </a:r>
        </a:p>
      </dsp:txBody>
      <dsp:txXfrm>
        <a:off x="6900764" y="869588"/>
        <a:ext cx="3447854" cy="73920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38E62F-0E6E-402F-9F4F-E0E777C294C0}">
      <dsp:nvSpPr>
        <dsp:cNvPr id="0" name=""/>
        <dsp:cNvSpPr/>
      </dsp:nvSpPr>
      <dsp:spPr>
        <a:xfrm>
          <a:off x="0" y="895104"/>
          <a:ext cx="6309300" cy="671580"/>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baseline="0"/>
            <a:t>Real-Time Monitoring System</a:t>
          </a:r>
          <a:endParaRPr lang="en-US" sz="2800" kern="1200"/>
        </a:p>
      </dsp:txBody>
      <dsp:txXfrm>
        <a:off x="32784" y="927888"/>
        <a:ext cx="6243732" cy="606012"/>
      </dsp:txXfrm>
    </dsp:sp>
    <dsp:sp modelId="{5E2CC0F3-791B-4440-859E-73A6C3318124}">
      <dsp:nvSpPr>
        <dsp:cNvPr id="0" name=""/>
        <dsp:cNvSpPr/>
      </dsp:nvSpPr>
      <dsp:spPr>
        <a:xfrm>
          <a:off x="0" y="1647324"/>
          <a:ext cx="6309300" cy="671580"/>
        </a:xfrm>
        <a:prstGeom prst="roundRect">
          <a:avLst/>
        </a:prstGeom>
        <a:solidFill>
          <a:schemeClr val="accent5">
            <a:hueOff val="-668312"/>
            <a:satOff val="367"/>
            <a:lumOff val="176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baseline="0"/>
            <a:t>Automated fault detection using sensors.</a:t>
          </a:r>
          <a:endParaRPr lang="en-US" sz="2800" kern="1200"/>
        </a:p>
      </dsp:txBody>
      <dsp:txXfrm>
        <a:off x="32784" y="1680108"/>
        <a:ext cx="6243732" cy="606012"/>
      </dsp:txXfrm>
    </dsp:sp>
    <dsp:sp modelId="{F74225D8-7BD6-4385-AFE8-F926648628A8}">
      <dsp:nvSpPr>
        <dsp:cNvPr id="0" name=""/>
        <dsp:cNvSpPr/>
      </dsp:nvSpPr>
      <dsp:spPr>
        <a:xfrm>
          <a:off x="0" y="2399544"/>
          <a:ext cx="6309300" cy="671580"/>
        </a:xfrm>
        <a:prstGeom prst="roundRect">
          <a:avLst/>
        </a:prstGeom>
        <a:solidFill>
          <a:schemeClr val="accent5">
            <a:hueOff val="-1336625"/>
            <a:satOff val="735"/>
            <a:lumOff val="352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baseline="0"/>
            <a:t>Alerts through IoT-enabled notifications.</a:t>
          </a:r>
          <a:endParaRPr lang="en-US" sz="2800" kern="1200"/>
        </a:p>
      </dsp:txBody>
      <dsp:txXfrm>
        <a:off x="32784" y="2432328"/>
        <a:ext cx="6243732" cy="606012"/>
      </dsp:txXfrm>
    </dsp:sp>
    <dsp:sp modelId="{6DBA9C62-DA3F-4C62-9625-4177B18DB7E6}">
      <dsp:nvSpPr>
        <dsp:cNvPr id="0" name=""/>
        <dsp:cNvSpPr/>
      </dsp:nvSpPr>
      <dsp:spPr>
        <a:xfrm>
          <a:off x="0" y="3151764"/>
          <a:ext cx="6309300" cy="671580"/>
        </a:xfrm>
        <a:prstGeom prst="roundRect">
          <a:avLst/>
        </a:prstGeom>
        <a:solidFill>
          <a:schemeClr val="accent5">
            <a:hueOff val="-2004937"/>
            <a:satOff val="1102"/>
            <a:lumOff val="529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baseline="0"/>
            <a:t>Scalable, energy-efficient design.</a:t>
          </a:r>
          <a:endParaRPr lang="en-US" sz="2800" kern="1200"/>
        </a:p>
      </dsp:txBody>
      <dsp:txXfrm>
        <a:off x="32784" y="3184548"/>
        <a:ext cx="6243732" cy="60601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54F1D3-DF00-4646-AFFF-8ED4CA4EFB2A}">
      <dsp:nvSpPr>
        <dsp:cNvPr id="0" name=""/>
        <dsp:cNvSpPr/>
      </dsp:nvSpPr>
      <dsp:spPr>
        <a:xfrm>
          <a:off x="0" y="0"/>
          <a:ext cx="6309300"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293ACA-DFF2-44F9-9365-D64F7671E537}">
      <dsp:nvSpPr>
        <dsp:cNvPr id="0" name=""/>
        <dsp:cNvSpPr/>
      </dsp:nvSpPr>
      <dsp:spPr>
        <a:xfrm>
          <a:off x="0" y="0"/>
          <a:ext cx="6309300" cy="117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dirty="0"/>
            <a:t>Sensors</a:t>
          </a:r>
          <a:r>
            <a:rPr lang="en-US" sz="2800" kern="1200" dirty="0"/>
            <a:t>: Measure soil moisture, voltage, current, and continuity.</a:t>
          </a:r>
        </a:p>
      </dsp:txBody>
      <dsp:txXfrm>
        <a:off x="0" y="0"/>
        <a:ext cx="6309300" cy="1179612"/>
      </dsp:txXfrm>
    </dsp:sp>
    <dsp:sp modelId="{21C0E694-2F0E-494C-8859-DCBBD493843A}">
      <dsp:nvSpPr>
        <dsp:cNvPr id="0" name=""/>
        <dsp:cNvSpPr/>
      </dsp:nvSpPr>
      <dsp:spPr>
        <a:xfrm>
          <a:off x="0" y="1179611"/>
          <a:ext cx="6309300" cy="0"/>
        </a:xfrm>
        <a:prstGeom prst="line">
          <a:avLst/>
        </a:prstGeom>
        <a:solidFill>
          <a:schemeClr val="accent2">
            <a:hueOff val="-1036716"/>
            <a:satOff val="-5484"/>
            <a:lumOff val="-2091"/>
            <a:alphaOff val="0"/>
          </a:schemeClr>
        </a:solidFill>
        <a:ln w="19050" cap="rnd" cmpd="sng" algn="ctr">
          <a:solidFill>
            <a:schemeClr val="accent2">
              <a:hueOff val="-1036716"/>
              <a:satOff val="-5484"/>
              <a:lumOff val="-209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ED4826-2FF8-407E-8FFC-F8C2AFE44DA2}">
      <dsp:nvSpPr>
        <dsp:cNvPr id="0" name=""/>
        <dsp:cNvSpPr/>
      </dsp:nvSpPr>
      <dsp:spPr>
        <a:xfrm>
          <a:off x="0" y="1179612"/>
          <a:ext cx="6309300" cy="117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dirty="0"/>
            <a:t>Microcontroller(ESP32)</a:t>
          </a:r>
          <a:r>
            <a:rPr lang="en-US" sz="2800" kern="1200" dirty="0"/>
            <a:t>: Processes sensor data.</a:t>
          </a:r>
        </a:p>
      </dsp:txBody>
      <dsp:txXfrm>
        <a:off x="0" y="1179612"/>
        <a:ext cx="6309300" cy="1179612"/>
      </dsp:txXfrm>
    </dsp:sp>
    <dsp:sp modelId="{34FD331A-F9A8-4E8E-A075-F13B8FFA40AF}">
      <dsp:nvSpPr>
        <dsp:cNvPr id="0" name=""/>
        <dsp:cNvSpPr/>
      </dsp:nvSpPr>
      <dsp:spPr>
        <a:xfrm>
          <a:off x="0" y="2359223"/>
          <a:ext cx="6309300" cy="0"/>
        </a:xfrm>
        <a:prstGeom prst="line">
          <a:avLst/>
        </a:prstGeom>
        <a:solidFill>
          <a:schemeClr val="accent2">
            <a:hueOff val="-2073432"/>
            <a:satOff val="-10969"/>
            <a:lumOff val="-4183"/>
            <a:alphaOff val="0"/>
          </a:schemeClr>
        </a:solidFill>
        <a:ln w="19050" cap="rnd" cmpd="sng" algn="ctr">
          <a:solidFill>
            <a:schemeClr val="accent2">
              <a:hueOff val="-2073432"/>
              <a:satOff val="-10969"/>
              <a:lumOff val="-418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D80542-87B0-41A0-A19C-6356384F5EDB}">
      <dsp:nvSpPr>
        <dsp:cNvPr id="0" name=""/>
        <dsp:cNvSpPr/>
      </dsp:nvSpPr>
      <dsp:spPr>
        <a:xfrm>
          <a:off x="0" y="2359224"/>
          <a:ext cx="6309300" cy="117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dirty="0"/>
            <a:t>IoT Module</a:t>
          </a:r>
          <a:r>
            <a:rPr lang="en-US" sz="2800" kern="1200" dirty="0"/>
            <a:t>: Sends alerts to the cloud or mobile devices.</a:t>
          </a:r>
        </a:p>
      </dsp:txBody>
      <dsp:txXfrm>
        <a:off x="0" y="2359224"/>
        <a:ext cx="6309300" cy="1179612"/>
      </dsp:txXfrm>
    </dsp:sp>
    <dsp:sp modelId="{5E3DD6E2-10F6-4177-BDA8-E28EAC9D0499}">
      <dsp:nvSpPr>
        <dsp:cNvPr id="0" name=""/>
        <dsp:cNvSpPr/>
      </dsp:nvSpPr>
      <dsp:spPr>
        <a:xfrm>
          <a:off x="0" y="3538835"/>
          <a:ext cx="6309300" cy="0"/>
        </a:xfrm>
        <a:prstGeom prst="line">
          <a:avLst/>
        </a:prstGeom>
        <a:solidFill>
          <a:schemeClr val="accent2">
            <a:hueOff val="-3110148"/>
            <a:satOff val="-16453"/>
            <a:lumOff val="-6274"/>
            <a:alphaOff val="0"/>
          </a:schemeClr>
        </a:solidFill>
        <a:ln w="19050" cap="rnd" cmpd="sng" algn="ctr">
          <a:solidFill>
            <a:schemeClr val="accent2">
              <a:hueOff val="-3110148"/>
              <a:satOff val="-16453"/>
              <a:lumOff val="-627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438476-F6E5-4050-AD0E-351B4C6B1484}">
      <dsp:nvSpPr>
        <dsp:cNvPr id="0" name=""/>
        <dsp:cNvSpPr/>
      </dsp:nvSpPr>
      <dsp:spPr>
        <a:xfrm>
          <a:off x="0" y="3538836"/>
          <a:ext cx="6309300" cy="11796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dirty="0"/>
            <a:t>Power Source</a:t>
          </a:r>
          <a:r>
            <a:rPr lang="en-US" sz="2800" kern="1200" dirty="0"/>
            <a:t>: USB type power source through charger/5v rechargeable battery</a:t>
          </a:r>
        </a:p>
      </dsp:txBody>
      <dsp:txXfrm>
        <a:off x="0" y="3538836"/>
        <a:ext cx="6309300" cy="117961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1B5C51-FCAB-4809-A806-5A79E2B22E07}">
      <dsp:nvSpPr>
        <dsp:cNvPr id="0" name=""/>
        <dsp:cNvSpPr/>
      </dsp:nvSpPr>
      <dsp:spPr>
        <a:xfrm>
          <a:off x="0" y="3827"/>
          <a:ext cx="6266011" cy="81531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C98122-4427-4EBE-A6A0-08F070B337FA}">
      <dsp:nvSpPr>
        <dsp:cNvPr id="0" name=""/>
        <dsp:cNvSpPr/>
      </dsp:nvSpPr>
      <dsp:spPr>
        <a:xfrm>
          <a:off x="246632" y="187273"/>
          <a:ext cx="448423" cy="4484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8426327-EE5E-4CF6-A69C-9AACE09E19E7}">
      <dsp:nvSpPr>
        <dsp:cNvPr id="0" name=""/>
        <dsp:cNvSpPr/>
      </dsp:nvSpPr>
      <dsp:spPr>
        <a:xfrm>
          <a:off x="941689" y="3827"/>
          <a:ext cx="5324321" cy="815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288" tIns="86288" rIns="86288" bIns="86288" numCol="1" spcCol="1270" anchor="ctr" anchorCtr="0">
          <a:noAutofit/>
        </a:bodyPr>
        <a:lstStyle/>
        <a:p>
          <a:pPr marL="0" lvl="0" indent="0" algn="l" defTabSz="844550">
            <a:lnSpc>
              <a:spcPct val="90000"/>
            </a:lnSpc>
            <a:spcBef>
              <a:spcPct val="0"/>
            </a:spcBef>
            <a:spcAft>
              <a:spcPct val="35000"/>
            </a:spcAft>
            <a:buNone/>
          </a:pPr>
          <a:r>
            <a:rPr lang="en-US" sz="1900" kern="1200"/>
            <a:t>Continuous monitoring of earthing parameters.</a:t>
          </a:r>
        </a:p>
      </dsp:txBody>
      <dsp:txXfrm>
        <a:off x="941689" y="3827"/>
        <a:ext cx="5324321" cy="815315"/>
      </dsp:txXfrm>
    </dsp:sp>
    <dsp:sp modelId="{4B5CFE86-3A05-4C9B-9CCB-46454A25B6F4}">
      <dsp:nvSpPr>
        <dsp:cNvPr id="0" name=""/>
        <dsp:cNvSpPr/>
      </dsp:nvSpPr>
      <dsp:spPr>
        <a:xfrm>
          <a:off x="0" y="1022971"/>
          <a:ext cx="6266011" cy="81531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83E302-CF0E-41F6-A923-3FE93942A89B}">
      <dsp:nvSpPr>
        <dsp:cNvPr id="0" name=""/>
        <dsp:cNvSpPr/>
      </dsp:nvSpPr>
      <dsp:spPr>
        <a:xfrm>
          <a:off x="246632" y="1206417"/>
          <a:ext cx="448423" cy="4484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1027189-2234-48CC-B7A6-DA31AA1555BD}">
      <dsp:nvSpPr>
        <dsp:cNvPr id="0" name=""/>
        <dsp:cNvSpPr/>
      </dsp:nvSpPr>
      <dsp:spPr>
        <a:xfrm>
          <a:off x="941689" y="1022971"/>
          <a:ext cx="5324321" cy="815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288" tIns="86288" rIns="86288" bIns="86288" numCol="1" spcCol="1270" anchor="ctr" anchorCtr="0">
          <a:noAutofit/>
        </a:bodyPr>
        <a:lstStyle/>
        <a:p>
          <a:pPr marL="0" lvl="0" indent="0" algn="l" defTabSz="844550">
            <a:lnSpc>
              <a:spcPct val="90000"/>
            </a:lnSpc>
            <a:spcBef>
              <a:spcPct val="0"/>
            </a:spcBef>
            <a:spcAft>
              <a:spcPct val="35000"/>
            </a:spcAft>
            <a:buNone/>
          </a:pPr>
          <a:r>
            <a:rPr lang="en-US" sz="1900" kern="1200"/>
            <a:t>Real-time fault alerts.</a:t>
          </a:r>
        </a:p>
      </dsp:txBody>
      <dsp:txXfrm>
        <a:off x="941689" y="1022971"/>
        <a:ext cx="5324321" cy="815315"/>
      </dsp:txXfrm>
    </dsp:sp>
    <dsp:sp modelId="{65FA64A0-BD9E-4800-9B9D-A9A255BD610D}">
      <dsp:nvSpPr>
        <dsp:cNvPr id="0" name=""/>
        <dsp:cNvSpPr/>
      </dsp:nvSpPr>
      <dsp:spPr>
        <a:xfrm>
          <a:off x="0" y="2042115"/>
          <a:ext cx="6266011" cy="81531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31372E-66DA-49E3-A5D2-625CE6B0371F}">
      <dsp:nvSpPr>
        <dsp:cNvPr id="0" name=""/>
        <dsp:cNvSpPr/>
      </dsp:nvSpPr>
      <dsp:spPr>
        <a:xfrm>
          <a:off x="246632" y="2225561"/>
          <a:ext cx="448423" cy="4484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085AE1B-5F1A-49AC-B9EA-30CDE1700D7A}">
      <dsp:nvSpPr>
        <dsp:cNvPr id="0" name=""/>
        <dsp:cNvSpPr/>
      </dsp:nvSpPr>
      <dsp:spPr>
        <a:xfrm>
          <a:off x="941689" y="2042115"/>
          <a:ext cx="5324321" cy="815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288" tIns="86288" rIns="86288" bIns="86288" numCol="1" spcCol="1270" anchor="ctr" anchorCtr="0">
          <a:noAutofit/>
        </a:bodyPr>
        <a:lstStyle/>
        <a:p>
          <a:pPr marL="0" lvl="0" indent="0" algn="l" defTabSz="844550">
            <a:lnSpc>
              <a:spcPct val="90000"/>
            </a:lnSpc>
            <a:spcBef>
              <a:spcPct val="0"/>
            </a:spcBef>
            <a:spcAft>
              <a:spcPct val="35000"/>
            </a:spcAft>
            <a:buNone/>
          </a:pPr>
          <a:r>
            <a:rPr lang="en-US" sz="1900" kern="1200" dirty="0"/>
            <a:t>Low-power and solar-compatible design.</a:t>
          </a:r>
        </a:p>
      </dsp:txBody>
      <dsp:txXfrm>
        <a:off x="941689" y="2042115"/>
        <a:ext cx="5324321" cy="815315"/>
      </dsp:txXfrm>
    </dsp:sp>
    <dsp:sp modelId="{9E4692D6-6F1A-47C5-92C9-75EFB5B1E105}">
      <dsp:nvSpPr>
        <dsp:cNvPr id="0" name=""/>
        <dsp:cNvSpPr/>
      </dsp:nvSpPr>
      <dsp:spPr>
        <a:xfrm>
          <a:off x="0" y="3061259"/>
          <a:ext cx="6266011" cy="81531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07C0BC-AD62-44DC-99A6-CB215DC8D827}">
      <dsp:nvSpPr>
        <dsp:cNvPr id="0" name=""/>
        <dsp:cNvSpPr/>
      </dsp:nvSpPr>
      <dsp:spPr>
        <a:xfrm>
          <a:off x="246632" y="3244705"/>
          <a:ext cx="448423" cy="4484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D77B780-A037-42F7-9379-F191240F3D64}">
      <dsp:nvSpPr>
        <dsp:cNvPr id="0" name=""/>
        <dsp:cNvSpPr/>
      </dsp:nvSpPr>
      <dsp:spPr>
        <a:xfrm>
          <a:off x="941689" y="3061259"/>
          <a:ext cx="5324321" cy="815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288" tIns="86288" rIns="86288" bIns="86288" numCol="1" spcCol="1270" anchor="ctr" anchorCtr="0">
          <a:noAutofit/>
        </a:bodyPr>
        <a:lstStyle/>
        <a:p>
          <a:pPr marL="0" lvl="0" indent="0" algn="l" defTabSz="844550">
            <a:lnSpc>
              <a:spcPct val="90000"/>
            </a:lnSpc>
            <a:spcBef>
              <a:spcPct val="0"/>
            </a:spcBef>
            <a:spcAft>
              <a:spcPct val="35000"/>
            </a:spcAft>
            <a:buNone/>
          </a:pPr>
          <a:r>
            <a:rPr lang="en-US" sz="1900" kern="1200"/>
            <a:t>Cloud-based data visualisation.</a:t>
          </a:r>
        </a:p>
      </dsp:txBody>
      <dsp:txXfrm>
        <a:off x="941689" y="3061259"/>
        <a:ext cx="5324321" cy="815315"/>
      </dsp:txXfrm>
    </dsp:sp>
    <dsp:sp modelId="{804F79C0-C5BE-40DE-A1C2-A2AD75BB724E}">
      <dsp:nvSpPr>
        <dsp:cNvPr id="0" name=""/>
        <dsp:cNvSpPr/>
      </dsp:nvSpPr>
      <dsp:spPr>
        <a:xfrm>
          <a:off x="0" y="4080403"/>
          <a:ext cx="6266011" cy="81531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E3563B-C500-4110-A820-05ECB8751C76}">
      <dsp:nvSpPr>
        <dsp:cNvPr id="0" name=""/>
        <dsp:cNvSpPr/>
      </dsp:nvSpPr>
      <dsp:spPr>
        <a:xfrm>
          <a:off x="246632" y="4263849"/>
          <a:ext cx="448423" cy="44842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5277667-AB7B-4858-92E5-3539143DCD03}">
      <dsp:nvSpPr>
        <dsp:cNvPr id="0" name=""/>
        <dsp:cNvSpPr/>
      </dsp:nvSpPr>
      <dsp:spPr>
        <a:xfrm>
          <a:off x="941689" y="4080403"/>
          <a:ext cx="5324321" cy="8153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288" tIns="86288" rIns="86288" bIns="86288" numCol="1" spcCol="1270" anchor="ctr" anchorCtr="0">
          <a:noAutofit/>
        </a:bodyPr>
        <a:lstStyle/>
        <a:p>
          <a:pPr marL="0" lvl="0" indent="0" algn="l" defTabSz="844550">
            <a:lnSpc>
              <a:spcPct val="90000"/>
            </a:lnSpc>
            <a:spcBef>
              <a:spcPct val="0"/>
            </a:spcBef>
            <a:spcAft>
              <a:spcPct val="35000"/>
            </a:spcAft>
            <a:buNone/>
          </a:pPr>
          <a:r>
            <a:rPr lang="en-US" sz="1900" kern="1200"/>
            <a:t>Scalable for industrial and public infrastructures.</a:t>
          </a:r>
        </a:p>
      </dsp:txBody>
      <dsp:txXfrm>
        <a:off x="941689" y="4080403"/>
        <a:ext cx="5324321" cy="81531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8CD3F9-4AE5-49C7-A2E1-EFA02AD911AB}">
      <dsp:nvSpPr>
        <dsp:cNvPr id="0" name=""/>
        <dsp:cNvSpPr/>
      </dsp:nvSpPr>
      <dsp:spPr>
        <a:xfrm>
          <a:off x="681337" y="454618"/>
          <a:ext cx="1852875" cy="18528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2F1C80-34FC-4643-9072-4A7D334983DE}">
      <dsp:nvSpPr>
        <dsp:cNvPr id="0" name=""/>
        <dsp:cNvSpPr/>
      </dsp:nvSpPr>
      <dsp:spPr>
        <a:xfrm>
          <a:off x="1076212" y="849493"/>
          <a:ext cx="1063125" cy="1063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A2C1BA7-1C87-4825-8DC7-FABEF28EEE5F}">
      <dsp:nvSpPr>
        <dsp:cNvPr id="0" name=""/>
        <dsp:cNvSpPr/>
      </dsp:nvSpPr>
      <dsp:spPr>
        <a:xfrm>
          <a:off x="89024" y="2884618"/>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b="1" kern="1200"/>
            <a:t>Social</a:t>
          </a:r>
          <a:r>
            <a:rPr lang="en-US" sz="1700" kern="1200"/>
            <a:t>: Reduces electrical accidents and fatalities.</a:t>
          </a:r>
        </a:p>
      </dsp:txBody>
      <dsp:txXfrm>
        <a:off x="89024" y="2884618"/>
        <a:ext cx="3037500" cy="720000"/>
      </dsp:txXfrm>
    </dsp:sp>
    <dsp:sp modelId="{EEF19DB5-D9DE-4620-810C-8218CC8345C6}">
      <dsp:nvSpPr>
        <dsp:cNvPr id="0" name=""/>
        <dsp:cNvSpPr/>
      </dsp:nvSpPr>
      <dsp:spPr>
        <a:xfrm>
          <a:off x="4250400" y="454618"/>
          <a:ext cx="1852875" cy="18528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9C4D2C-8D95-4C4B-8596-7FABEF1A2673}">
      <dsp:nvSpPr>
        <dsp:cNvPr id="0" name=""/>
        <dsp:cNvSpPr/>
      </dsp:nvSpPr>
      <dsp:spPr>
        <a:xfrm>
          <a:off x="4645275" y="849493"/>
          <a:ext cx="1063125" cy="1063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F746044-06C2-48B1-BFB5-DC57D712D658}">
      <dsp:nvSpPr>
        <dsp:cNvPr id="0" name=""/>
        <dsp:cNvSpPr/>
      </dsp:nvSpPr>
      <dsp:spPr>
        <a:xfrm>
          <a:off x="3658087" y="2884618"/>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b="1" kern="1200"/>
            <a:t>Economic</a:t>
          </a:r>
          <a:r>
            <a:rPr lang="en-US" sz="1700" kern="1200"/>
            <a:t>: Lowers maintenance and downtime costs.</a:t>
          </a:r>
        </a:p>
      </dsp:txBody>
      <dsp:txXfrm>
        <a:off x="3658087" y="2884618"/>
        <a:ext cx="3037500" cy="720000"/>
      </dsp:txXfrm>
    </dsp:sp>
    <dsp:sp modelId="{EE858340-58A2-4874-91A3-2051054059EE}">
      <dsp:nvSpPr>
        <dsp:cNvPr id="0" name=""/>
        <dsp:cNvSpPr/>
      </dsp:nvSpPr>
      <dsp:spPr>
        <a:xfrm>
          <a:off x="7819462" y="454618"/>
          <a:ext cx="1852875" cy="185287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0AAAFD-5944-45BA-93AB-866028E1BEB5}">
      <dsp:nvSpPr>
        <dsp:cNvPr id="0" name=""/>
        <dsp:cNvSpPr/>
      </dsp:nvSpPr>
      <dsp:spPr>
        <a:xfrm>
          <a:off x="8214337" y="849493"/>
          <a:ext cx="1063125" cy="1063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0FABB1C-8121-4E28-9079-E23E713C3A85}">
      <dsp:nvSpPr>
        <dsp:cNvPr id="0" name=""/>
        <dsp:cNvSpPr/>
      </dsp:nvSpPr>
      <dsp:spPr>
        <a:xfrm>
          <a:off x="7227150" y="2884618"/>
          <a:ext cx="3037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b="1" kern="1200" dirty="0"/>
            <a:t>Environmental</a:t>
          </a:r>
          <a:r>
            <a:rPr lang="en-US" sz="1700" kern="1200" dirty="0"/>
            <a:t> energy-efficient system.</a:t>
          </a:r>
        </a:p>
      </dsp:txBody>
      <dsp:txXfrm>
        <a:off x="7227150" y="2884618"/>
        <a:ext cx="3037500"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AD0D71-AA51-4954-AD0C-733716B0DC38}">
      <dsp:nvSpPr>
        <dsp:cNvPr id="0" name=""/>
        <dsp:cNvSpPr/>
      </dsp:nvSpPr>
      <dsp:spPr>
        <a:xfrm>
          <a:off x="2973395" y="1607411"/>
          <a:ext cx="2107640" cy="501522"/>
        </a:xfrm>
        <a:custGeom>
          <a:avLst/>
          <a:gdLst/>
          <a:ahLst/>
          <a:cxnLst/>
          <a:rect l="0" t="0" r="0" b="0"/>
          <a:pathLst>
            <a:path>
              <a:moveTo>
                <a:pt x="0" y="0"/>
              </a:moveTo>
              <a:lnTo>
                <a:pt x="0" y="341773"/>
              </a:lnTo>
              <a:lnTo>
                <a:pt x="2107640" y="341773"/>
              </a:lnTo>
              <a:lnTo>
                <a:pt x="2107640" y="501522"/>
              </a:lnTo>
            </a:path>
          </a:pathLst>
        </a:custGeom>
        <a:noFill/>
        <a:ln w="9525" cap="rnd"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2DB10ED-534C-49F3-A062-D62A9AB3EF7C}">
      <dsp:nvSpPr>
        <dsp:cNvPr id="0" name=""/>
        <dsp:cNvSpPr/>
      </dsp:nvSpPr>
      <dsp:spPr>
        <a:xfrm>
          <a:off x="2927675" y="1607411"/>
          <a:ext cx="91440" cy="501522"/>
        </a:xfrm>
        <a:custGeom>
          <a:avLst/>
          <a:gdLst/>
          <a:ahLst/>
          <a:cxnLst/>
          <a:rect l="0" t="0" r="0" b="0"/>
          <a:pathLst>
            <a:path>
              <a:moveTo>
                <a:pt x="45720" y="0"/>
              </a:moveTo>
              <a:lnTo>
                <a:pt x="45720" y="501522"/>
              </a:lnTo>
            </a:path>
          </a:pathLst>
        </a:custGeom>
        <a:noFill/>
        <a:ln w="9525" cap="rnd"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A170EE2-AB20-4D91-96EF-96DE600A94BF}">
      <dsp:nvSpPr>
        <dsp:cNvPr id="0" name=""/>
        <dsp:cNvSpPr/>
      </dsp:nvSpPr>
      <dsp:spPr>
        <a:xfrm>
          <a:off x="865755" y="1607411"/>
          <a:ext cx="2107640" cy="501522"/>
        </a:xfrm>
        <a:custGeom>
          <a:avLst/>
          <a:gdLst/>
          <a:ahLst/>
          <a:cxnLst/>
          <a:rect l="0" t="0" r="0" b="0"/>
          <a:pathLst>
            <a:path>
              <a:moveTo>
                <a:pt x="2107640" y="0"/>
              </a:moveTo>
              <a:lnTo>
                <a:pt x="2107640" y="341773"/>
              </a:lnTo>
              <a:lnTo>
                <a:pt x="0" y="341773"/>
              </a:lnTo>
              <a:lnTo>
                <a:pt x="0" y="501522"/>
              </a:lnTo>
            </a:path>
          </a:pathLst>
        </a:custGeom>
        <a:noFill/>
        <a:ln w="9525" cap="rnd"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5C1F8E4-E2DB-4EC7-93FA-940AC5524776}">
      <dsp:nvSpPr>
        <dsp:cNvPr id="0" name=""/>
        <dsp:cNvSpPr/>
      </dsp:nvSpPr>
      <dsp:spPr>
        <a:xfrm>
          <a:off x="2111179" y="512396"/>
          <a:ext cx="1724432" cy="1095014"/>
        </a:xfrm>
        <a:prstGeom prst="roundRect">
          <a:avLst>
            <a:gd name="adj" fmla="val 10000"/>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7961713-176F-4B2D-B9F0-4FFFE9385D54}">
      <dsp:nvSpPr>
        <dsp:cNvPr id="0" name=""/>
        <dsp:cNvSpPr/>
      </dsp:nvSpPr>
      <dsp:spPr>
        <a:xfrm>
          <a:off x="2302782" y="694420"/>
          <a:ext cx="1724432" cy="1095014"/>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100000"/>
            </a:lnSpc>
            <a:spcBef>
              <a:spcPct val="0"/>
            </a:spcBef>
            <a:spcAft>
              <a:spcPct val="35000"/>
            </a:spcAft>
            <a:buNone/>
            <a:defRPr b="1"/>
          </a:pPr>
          <a:r>
            <a:rPr lang="en-US" sz="1400" b="1" kern="1200"/>
            <a:t>Sensors</a:t>
          </a:r>
          <a:r>
            <a:rPr lang="en-US" sz="1400" kern="1200"/>
            <a:t>:</a:t>
          </a:r>
        </a:p>
      </dsp:txBody>
      <dsp:txXfrm>
        <a:off x="2334854" y="726492"/>
        <a:ext cx="1660288" cy="1030870"/>
      </dsp:txXfrm>
    </dsp:sp>
    <dsp:sp modelId="{1F6D38B9-F850-4CD5-9E3B-353D1009A2A2}">
      <dsp:nvSpPr>
        <dsp:cNvPr id="0" name=""/>
        <dsp:cNvSpPr/>
      </dsp:nvSpPr>
      <dsp:spPr>
        <a:xfrm>
          <a:off x="3538" y="2108934"/>
          <a:ext cx="1724432" cy="1095014"/>
        </a:xfrm>
        <a:prstGeom prst="roundRect">
          <a:avLst>
            <a:gd name="adj" fmla="val 10000"/>
          </a:avLst>
        </a:prstGeom>
        <a:gradFill rotWithShape="0">
          <a:gsLst>
            <a:gs pos="0">
              <a:schemeClr val="accent3">
                <a:hueOff val="0"/>
                <a:satOff val="0"/>
                <a:lumOff val="0"/>
                <a:alphaOff val="0"/>
                <a:tint val="98000"/>
                <a:lumMod val="100000"/>
              </a:schemeClr>
            </a:gs>
            <a:gs pos="100000">
              <a:schemeClr val="accent3">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3A2F470-380B-42C1-8F3A-C9C8BF414828}">
      <dsp:nvSpPr>
        <dsp:cNvPr id="0" name=""/>
        <dsp:cNvSpPr/>
      </dsp:nvSpPr>
      <dsp:spPr>
        <a:xfrm>
          <a:off x="195142" y="2290957"/>
          <a:ext cx="1724432" cy="1095014"/>
        </a:xfrm>
        <a:prstGeom prst="roundRect">
          <a:avLst>
            <a:gd name="adj" fmla="val 10000"/>
          </a:avLst>
        </a:prstGeom>
        <a:solidFill>
          <a:schemeClr val="lt1">
            <a:alpha val="90000"/>
            <a:hueOff val="0"/>
            <a:satOff val="0"/>
            <a:lumOff val="0"/>
            <a:alphaOff val="0"/>
          </a:schemeClr>
        </a:solidFill>
        <a:ln w="9525" cap="rnd"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100000"/>
            </a:lnSpc>
            <a:spcBef>
              <a:spcPct val="0"/>
            </a:spcBef>
            <a:spcAft>
              <a:spcPct val="35000"/>
            </a:spcAft>
            <a:buNone/>
          </a:pPr>
          <a:r>
            <a:rPr lang="en-US" sz="1400" kern="1200" dirty="0"/>
            <a:t>Moisture Sensor</a:t>
          </a:r>
        </a:p>
      </dsp:txBody>
      <dsp:txXfrm>
        <a:off x="227214" y="2323029"/>
        <a:ext cx="1660288" cy="1030870"/>
      </dsp:txXfrm>
    </dsp:sp>
    <dsp:sp modelId="{B4AFA2F2-7AF1-4235-8E97-2334606B811A}">
      <dsp:nvSpPr>
        <dsp:cNvPr id="0" name=""/>
        <dsp:cNvSpPr/>
      </dsp:nvSpPr>
      <dsp:spPr>
        <a:xfrm>
          <a:off x="2111179" y="2108934"/>
          <a:ext cx="1724432" cy="1095014"/>
        </a:xfrm>
        <a:prstGeom prst="roundRect">
          <a:avLst>
            <a:gd name="adj" fmla="val 10000"/>
          </a:avLst>
        </a:prstGeom>
        <a:gradFill rotWithShape="0">
          <a:gsLst>
            <a:gs pos="0">
              <a:schemeClr val="accent3">
                <a:hueOff val="0"/>
                <a:satOff val="0"/>
                <a:lumOff val="0"/>
                <a:alphaOff val="0"/>
                <a:tint val="98000"/>
                <a:lumMod val="100000"/>
              </a:schemeClr>
            </a:gs>
            <a:gs pos="100000">
              <a:schemeClr val="accent3">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53F469F-9446-40C5-8B41-AF18D600330E}">
      <dsp:nvSpPr>
        <dsp:cNvPr id="0" name=""/>
        <dsp:cNvSpPr/>
      </dsp:nvSpPr>
      <dsp:spPr>
        <a:xfrm>
          <a:off x="2302782" y="2290957"/>
          <a:ext cx="1724432" cy="1095014"/>
        </a:xfrm>
        <a:prstGeom prst="roundRect">
          <a:avLst>
            <a:gd name="adj" fmla="val 10000"/>
          </a:avLst>
        </a:prstGeom>
        <a:solidFill>
          <a:schemeClr val="lt1">
            <a:alpha val="90000"/>
            <a:hueOff val="0"/>
            <a:satOff val="0"/>
            <a:lumOff val="0"/>
            <a:alphaOff val="0"/>
          </a:schemeClr>
        </a:solidFill>
        <a:ln w="9525" cap="rnd"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100000"/>
            </a:lnSpc>
            <a:spcBef>
              <a:spcPct val="0"/>
            </a:spcBef>
            <a:spcAft>
              <a:spcPct val="35000"/>
            </a:spcAft>
            <a:buNone/>
          </a:pPr>
          <a:r>
            <a:rPr lang="en-US" sz="1400" kern="1200" dirty="0"/>
            <a:t> Current Sensor</a:t>
          </a:r>
        </a:p>
      </dsp:txBody>
      <dsp:txXfrm>
        <a:off x="2334854" y="2323029"/>
        <a:ext cx="1660288" cy="1030870"/>
      </dsp:txXfrm>
    </dsp:sp>
    <dsp:sp modelId="{056576F0-01E7-49CB-9670-FA1D47934DD6}">
      <dsp:nvSpPr>
        <dsp:cNvPr id="0" name=""/>
        <dsp:cNvSpPr/>
      </dsp:nvSpPr>
      <dsp:spPr>
        <a:xfrm>
          <a:off x="4218819" y="2108934"/>
          <a:ext cx="1724432" cy="1095014"/>
        </a:xfrm>
        <a:prstGeom prst="roundRect">
          <a:avLst>
            <a:gd name="adj" fmla="val 10000"/>
          </a:avLst>
        </a:prstGeom>
        <a:gradFill rotWithShape="0">
          <a:gsLst>
            <a:gs pos="0">
              <a:schemeClr val="accent3">
                <a:hueOff val="0"/>
                <a:satOff val="0"/>
                <a:lumOff val="0"/>
                <a:alphaOff val="0"/>
                <a:tint val="98000"/>
                <a:lumMod val="100000"/>
              </a:schemeClr>
            </a:gs>
            <a:gs pos="100000">
              <a:schemeClr val="accent3">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BCDE53E-8B5A-4236-B3B9-F55494E9FF16}">
      <dsp:nvSpPr>
        <dsp:cNvPr id="0" name=""/>
        <dsp:cNvSpPr/>
      </dsp:nvSpPr>
      <dsp:spPr>
        <a:xfrm>
          <a:off x="4410422" y="2290957"/>
          <a:ext cx="1724432" cy="1095014"/>
        </a:xfrm>
        <a:prstGeom prst="roundRect">
          <a:avLst>
            <a:gd name="adj" fmla="val 10000"/>
          </a:avLst>
        </a:prstGeom>
        <a:solidFill>
          <a:schemeClr val="lt1">
            <a:alpha val="90000"/>
            <a:hueOff val="0"/>
            <a:satOff val="0"/>
            <a:lumOff val="0"/>
            <a:alphaOff val="0"/>
          </a:schemeClr>
        </a:solidFill>
        <a:ln w="9525" cap="rnd"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100000"/>
            </a:lnSpc>
            <a:spcBef>
              <a:spcPct val="0"/>
            </a:spcBef>
            <a:spcAft>
              <a:spcPct val="35000"/>
            </a:spcAft>
            <a:buNone/>
          </a:pPr>
          <a:r>
            <a:rPr lang="en-US" sz="1400" kern="1200" dirty="0"/>
            <a:t>Voltage Sensor</a:t>
          </a:r>
        </a:p>
      </dsp:txBody>
      <dsp:txXfrm>
        <a:off x="4442494" y="2323029"/>
        <a:ext cx="1660288" cy="1030870"/>
      </dsp:txXfrm>
    </dsp:sp>
    <dsp:sp modelId="{D3D8C8BD-6690-43EB-8DB4-051592A31343}">
      <dsp:nvSpPr>
        <dsp:cNvPr id="0" name=""/>
        <dsp:cNvSpPr/>
      </dsp:nvSpPr>
      <dsp:spPr>
        <a:xfrm>
          <a:off x="4218819" y="512396"/>
          <a:ext cx="1724432" cy="1095014"/>
        </a:xfrm>
        <a:prstGeom prst="roundRect">
          <a:avLst>
            <a:gd name="adj" fmla="val 10000"/>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E245DD4-6035-4E23-B744-25FACD98E0DF}">
      <dsp:nvSpPr>
        <dsp:cNvPr id="0" name=""/>
        <dsp:cNvSpPr/>
      </dsp:nvSpPr>
      <dsp:spPr>
        <a:xfrm>
          <a:off x="4410422" y="694420"/>
          <a:ext cx="1724432" cy="1095014"/>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100000"/>
            </a:lnSpc>
            <a:spcBef>
              <a:spcPct val="0"/>
            </a:spcBef>
            <a:spcAft>
              <a:spcPct val="35000"/>
            </a:spcAft>
            <a:buNone/>
            <a:defRPr b="1"/>
          </a:pPr>
          <a:r>
            <a:rPr lang="en-US" sz="1400" b="1" kern="1200" dirty="0"/>
            <a:t>Microcontroller</a:t>
          </a:r>
          <a:r>
            <a:rPr lang="en-US" sz="1400" kern="1200" dirty="0"/>
            <a:t>: ESP32</a:t>
          </a:r>
        </a:p>
      </dsp:txBody>
      <dsp:txXfrm>
        <a:off x="4442494" y="726492"/>
        <a:ext cx="1660288" cy="1030870"/>
      </dsp:txXfrm>
    </dsp:sp>
    <dsp:sp modelId="{0EFCA598-D965-405F-92C8-87D9B0E0038A}">
      <dsp:nvSpPr>
        <dsp:cNvPr id="0" name=""/>
        <dsp:cNvSpPr/>
      </dsp:nvSpPr>
      <dsp:spPr>
        <a:xfrm>
          <a:off x="6326459" y="512396"/>
          <a:ext cx="1724432" cy="1095014"/>
        </a:xfrm>
        <a:prstGeom prst="roundRect">
          <a:avLst>
            <a:gd name="adj" fmla="val 10000"/>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BBCC89D-E8DF-48D4-9181-DF1A5BF2812E}">
      <dsp:nvSpPr>
        <dsp:cNvPr id="0" name=""/>
        <dsp:cNvSpPr/>
      </dsp:nvSpPr>
      <dsp:spPr>
        <a:xfrm>
          <a:off x="6518063" y="694420"/>
          <a:ext cx="1724432" cy="1095014"/>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100000"/>
            </a:lnSpc>
            <a:spcBef>
              <a:spcPct val="0"/>
            </a:spcBef>
            <a:spcAft>
              <a:spcPct val="35000"/>
            </a:spcAft>
            <a:buNone/>
            <a:defRPr b="1"/>
          </a:pPr>
          <a:r>
            <a:rPr lang="en-US" sz="1400" b="1" kern="1200" dirty="0"/>
            <a:t>Communication Interface</a:t>
          </a:r>
          <a:r>
            <a:rPr lang="en-US" sz="1400" kern="1200" dirty="0"/>
            <a:t>: Adafruit IO via Wi-Fi</a:t>
          </a:r>
        </a:p>
      </dsp:txBody>
      <dsp:txXfrm>
        <a:off x="6550135" y="726492"/>
        <a:ext cx="1660288" cy="1030870"/>
      </dsp:txXfrm>
    </dsp:sp>
    <dsp:sp modelId="{FDC3A968-B23C-4C90-8A35-21A24115B038}">
      <dsp:nvSpPr>
        <dsp:cNvPr id="0" name=""/>
        <dsp:cNvSpPr/>
      </dsp:nvSpPr>
      <dsp:spPr>
        <a:xfrm>
          <a:off x="8434099" y="512396"/>
          <a:ext cx="1724432" cy="1095014"/>
        </a:xfrm>
        <a:prstGeom prst="roundRect">
          <a:avLst>
            <a:gd name="adj" fmla="val 10000"/>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017CF24-E1BA-45D1-85F7-0734A01E3D87}">
      <dsp:nvSpPr>
        <dsp:cNvPr id="0" name=""/>
        <dsp:cNvSpPr/>
      </dsp:nvSpPr>
      <dsp:spPr>
        <a:xfrm>
          <a:off x="8625703" y="694420"/>
          <a:ext cx="1724432" cy="1095014"/>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100000"/>
            </a:lnSpc>
            <a:spcBef>
              <a:spcPct val="0"/>
            </a:spcBef>
            <a:spcAft>
              <a:spcPct val="35000"/>
            </a:spcAft>
            <a:buNone/>
            <a:defRPr b="1"/>
          </a:pPr>
          <a:r>
            <a:rPr lang="en-US" sz="1400" b="1" kern="1200" dirty="0"/>
            <a:t>Power</a:t>
          </a:r>
          <a:r>
            <a:rPr lang="en-US" sz="1400" kern="1200" dirty="0"/>
            <a:t>: DC power supply/ 5v rechargeable batteries</a:t>
          </a:r>
        </a:p>
      </dsp:txBody>
      <dsp:txXfrm>
        <a:off x="8657775" y="726492"/>
        <a:ext cx="1660288" cy="103087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6F49FF-8A7E-4F82-BCF9-7D06F45737B7}">
      <dsp:nvSpPr>
        <dsp:cNvPr id="0" name=""/>
        <dsp:cNvSpPr/>
      </dsp:nvSpPr>
      <dsp:spPr>
        <a:xfrm>
          <a:off x="0" y="13655"/>
          <a:ext cx="6309300" cy="1112304"/>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Sensor calibration and accuracy.</a:t>
          </a:r>
        </a:p>
      </dsp:txBody>
      <dsp:txXfrm>
        <a:off x="54298" y="67953"/>
        <a:ext cx="6200704" cy="1003708"/>
      </dsp:txXfrm>
    </dsp:sp>
    <dsp:sp modelId="{BBCA03BF-124E-4FE2-A61B-84379EEEC40F}">
      <dsp:nvSpPr>
        <dsp:cNvPr id="0" name=""/>
        <dsp:cNvSpPr/>
      </dsp:nvSpPr>
      <dsp:spPr>
        <a:xfrm>
          <a:off x="0" y="1206599"/>
          <a:ext cx="6309300" cy="1112304"/>
        </a:xfrm>
        <a:prstGeom prst="roundRect">
          <a:avLst/>
        </a:prstGeom>
        <a:solidFill>
          <a:schemeClr val="accent5">
            <a:hueOff val="-668312"/>
            <a:satOff val="367"/>
            <a:lumOff val="176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Network connectivity in remote areas.</a:t>
          </a:r>
        </a:p>
      </dsp:txBody>
      <dsp:txXfrm>
        <a:off x="54298" y="1260897"/>
        <a:ext cx="6200704" cy="1003708"/>
      </dsp:txXfrm>
    </dsp:sp>
    <dsp:sp modelId="{2C2533FC-C47D-44F4-9214-2DDEFAB67489}">
      <dsp:nvSpPr>
        <dsp:cNvPr id="0" name=""/>
        <dsp:cNvSpPr/>
      </dsp:nvSpPr>
      <dsp:spPr>
        <a:xfrm>
          <a:off x="0" y="2399544"/>
          <a:ext cx="6309300" cy="1112304"/>
        </a:xfrm>
        <a:prstGeom prst="roundRect">
          <a:avLst/>
        </a:prstGeom>
        <a:solidFill>
          <a:schemeClr val="accent5">
            <a:hueOff val="-1336625"/>
            <a:satOff val="735"/>
            <a:lumOff val="352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Initial deployment costs.</a:t>
          </a:r>
        </a:p>
      </dsp:txBody>
      <dsp:txXfrm>
        <a:off x="54298" y="2453842"/>
        <a:ext cx="6200704" cy="1003708"/>
      </dsp:txXfrm>
    </dsp:sp>
    <dsp:sp modelId="{4F8FB837-C457-4F6B-B1B6-346F910A7681}">
      <dsp:nvSpPr>
        <dsp:cNvPr id="0" name=""/>
        <dsp:cNvSpPr/>
      </dsp:nvSpPr>
      <dsp:spPr>
        <a:xfrm>
          <a:off x="0" y="3592488"/>
          <a:ext cx="6309300" cy="1112304"/>
        </a:xfrm>
        <a:prstGeom prst="roundRect">
          <a:avLst/>
        </a:prstGeom>
        <a:solidFill>
          <a:schemeClr val="accent5">
            <a:hueOff val="-2004937"/>
            <a:satOff val="1102"/>
            <a:lumOff val="529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Ensuring scalability for large infrastructures.</a:t>
          </a:r>
        </a:p>
      </dsp:txBody>
      <dsp:txXfrm>
        <a:off x="54298" y="3646786"/>
        <a:ext cx="6200704" cy="100370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F1BE6F-F34B-4FF8-838C-F2AD3227F449}">
      <dsp:nvSpPr>
        <dsp:cNvPr id="0" name=""/>
        <dsp:cNvSpPr/>
      </dsp:nvSpPr>
      <dsp:spPr>
        <a:xfrm>
          <a:off x="2827619" y="1139844"/>
          <a:ext cx="619861" cy="91440"/>
        </a:xfrm>
        <a:custGeom>
          <a:avLst/>
          <a:gdLst/>
          <a:ahLst/>
          <a:cxnLst/>
          <a:rect l="0" t="0" r="0" b="0"/>
          <a:pathLst>
            <a:path>
              <a:moveTo>
                <a:pt x="0" y="45720"/>
              </a:moveTo>
              <a:lnTo>
                <a:pt x="619861" y="45720"/>
              </a:lnTo>
            </a:path>
          </a:pathLst>
        </a:custGeom>
        <a:noFill/>
        <a:ln w="9525"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21288" y="1182312"/>
        <a:ext cx="32523" cy="6504"/>
      </dsp:txXfrm>
    </dsp:sp>
    <dsp:sp modelId="{FCF72C54-39A0-41D5-86EE-C5E551134875}">
      <dsp:nvSpPr>
        <dsp:cNvPr id="0" name=""/>
        <dsp:cNvSpPr/>
      </dsp:nvSpPr>
      <dsp:spPr>
        <a:xfrm>
          <a:off x="1324" y="337136"/>
          <a:ext cx="2828094" cy="1696856"/>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8579" tIns="145463" rIns="138579" bIns="145463" numCol="1" spcCol="1270" anchor="ctr" anchorCtr="0">
          <a:noAutofit/>
        </a:bodyPr>
        <a:lstStyle/>
        <a:p>
          <a:pPr marL="0" lvl="0" indent="0" algn="ctr" defTabSz="1111250">
            <a:lnSpc>
              <a:spcPct val="90000"/>
            </a:lnSpc>
            <a:spcBef>
              <a:spcPct val="0"/>
            </a:spcBef>
            <a:spcAft>
              <a:spcPct val="35000"/>
            </a:spcAft>
            <a:buNone/>
          </a:pPr>
          <a:r>
            <a:rPr lang="en-US" sz="2500" kern="1200"/>
            <a:t>Use robust sensors with self-calibration capabilities.</a:t>
          </a:r>
        </a:p>
      </dsp:txBody>
      <dsp:txXfrm>
        <a:off x="1324" y="337136"/>
        <a:ext cx="2828094" cy="1696856"/>
      </dsp:txXfrm>
    </dsp:sp>
    <dsp:sp modelId="{C8E9E195-081F-40EE-B550-41A785C3DAA9}">
      <dsp:nvSpPr>
        <dsp:cNvPr id="0" name=""/>
        <dsp:cNvSpPr/>
      </dsp:nvSpPr>
      <dsp:spPr>
        <a:xfrm>
          <a:off x="1415371" y="2032193"/>
          <a:ext cx="3478556" cy="619861"/>
        </a:xfrm>
        <a:custGeom>
          <a:avLst/>
          <a:gdLst/>
          <a:ahLst/>
          <a:cxnLst/>
          <a:rect l="0" t="0" r="0" b="0"/>
          <a:pathLst>
            <a:path>
              <a:moveTo>
                <a:pt x="3478556" y="0"/>
              </a:moveTo>
              <a:lnTo>
                <a:pt x="3478556" y="327030"/>
              </a:lnTo>
              <a:lnTo>
                <a:pt x="0" y="327030"/>
              </a:lnTo>
              <a:lnTo>
                <a:pt x="0" y="619861"/>
              </a:lnTo>
            </a:path>
          </a:pathLst>
        </a:custGeom>
        <a:noFill/>
        <a:ln w="9525" cap="rnd" cmpd="sng" algn="ctr">
          <a:solidFill>
            <a:schemeClr val="accent2">
              <a:hueOff val="-1555074"/>
              <a:satOff val="-8227"/>
              <a:lumOff val="-3137"/>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66178" y="2338871"/>
        <a:ext cx="176942" cy="6504"/>
      </dsp:txXfrm>
    </dsp:sp>
    <dsp:sp modelId="{A3A2BAE2-DCF0-4787-934B-C7DA693AD065}">
      <dsp:nvSpPr>
        <dsp:cNvPr id="0" name=""/>
        <dsp:cNvSpPr/>
      </dsp:nvSpPr>
      <dsp:spPr>
        <a:xfrm>
          <a:off x="3479880" y="337136"/>
          <a:ext cx="2828094" cy="1696856"/>
        </a:xfrm>
        <a:prstGeom prst="rect">
          <a:avLst/>
        </a:prstGeom>
        <a:solidFill>
          <a:schemeClr val="accent2">
            <a:hueOff val="-1036716"/>
            <a:satOff val="-5484"/>
            <a:lumOff val="-209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8579" tIns="145463" rIns="138579" bIns="145463" numCol="1" spcCol="1270" anchor="ctr" anchorCtr="0">
          <a:noAutofit/>
        </a:bodyPr>
        <a:lstStyle/>
        <a:p>
          <a:pPr marL="0" lvl="0" indent="0" algn="ctr" defTabSz="1111250">
            <a:lnSpc>
              <a:spcPct val="90000"/>
            </a:lnSpc>
            <a:spcBef>
              <a:spcPct val="0"/>
            </a:spcBef>
            <a:spcAft>
              <a:spcPct val="35000"/>
            </a:spcAft>
            <a:buNone/>
          </a:pPr>
          <a:r>
            <a:rPr lang="en-US" sz="2500" kern="1200"/>
            <a:t>Employ hybrid communication (LoRaWAN + GSM).</a:t>
          </a:r>
        </a:p>
      </dsp:txBody>
      <dsp:txXfrm>
        <a:off x="3479880" y="337136"/>
        <a:ext cx="2828094" cy="1696856"/>
      </dsp:txXfrm>
    </dsp:sp>
    <dsp:sp modelId="{7CC1ECCC-7CB3-4AA7-A6D5-F54EDA41C090}">
      <dsp:nvSpPr>
        <dsp:cNvPr id="0" name=""/>
        <dsp:cNvSpPr/>
      </dsp:nvSpPr>
      <dsp:spPr>
        <a:xfrm>
          <a:off x="2827619" y="3487163"/>
          <a:ext cx="619861" cy="91440"/>
        </a:xfrm>
        <a:custGeom>
          <a:avLst/>
          <a:gdLst/>
          <a:ahLst/>
          <a:cxnLst/>
          <a:rect l="0" t="0" r="0" b="0"/>
          <a:pathLst>
            <a:path>
              <a:moveTo>
                <a:pt x="0" y="45720"/>
              </a:moveTo>
              <a:lnTo>
                <a:pt x="619861" y="45720"/>
              </a:lnTo>
            </a:path>
          </a:pathLst>
        </a:custGeom>
        <a:noFill/>
        <a:ln w="9525" cap="rnd" cmpd="sng" algn="ctr">
          <a:solidFill>
            <a:schemeClr val="accent2">
              <a:hueOff val="-3110148"/>
              <a:satOff val="-16453"/>
              <a:lumOff val="-6274"/>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121288" y="3529630"/>
        <a:ext cx="32523" cy="6504"/>
      </dsp:txXfrm>
    </dsp:sp>
    <dsp:sp modelId="{40FA89CC-8D1C-46D5-B91E-9AFA54460042}">
      <dsp:nvSpPr>
        <dsp:cNvPr id="0" name=""/>
        <dsp:cNvSpPr/>
      </dsp:nvSpPr>
      <dsp:spPr>
        <a:xfrm>
          <a:off x="1324" y="2684454"/>
          <a:ext cx="2828094" cy="1696856"/>
        </a:xfrm>
        <a:prstGeom prst="rect">
          <a:avLst/>
        </a:prstGeom>
        <a:solidFill>
          <a:schemeClr val="accent2">
            <a:hueOff val="-2073432"/>
            <a:satOff val="-10969"/>
            <a:lumOff val="-418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8579" tIns="145463" rIns="138579" bIns="145463" numCol="1" spcCol="1270" anchor="ctr" anchorCtr="0">
          <a:noAutofit/>
        </a:bodyPr>
        <a:lstStyle/>
        <a:p>
          <a:pPr marL="0" lvl="0" indent="0" algn="ctr" defTabSz="1111250">
            <a:lnSpc>
              <a:spcPct val="90000"/>
            </a:lnSpc>
            <a:spcBef>
              <a:spcPct val="0"/>
            </a:spcBef>
            <a:spcAft>
              <a:spcPct val="35000"/>
            </a:spcAft>
            <a:buNone/>
          </a:pPr>
          <a:r>
            <a:rPr lang="en-US" sz="2500" kern="1200"/>
            <a:t>Optimize design for mass production to reduce costs.</a:t>
          </a:r>
        </a:p>
      </dsp:txBody>
      <dsp:txXfrm>
        <a:off x="1324" y="2684454"/>
        <a:ext cx="2828094" cy="1696856"/>
      </dsp:txXfrm>
    </dsp:sp>
    <dsp:sp modelId="{3688AEC8-AEEB-4C46-8E89-86EC75A2864A}">
      <dsp:nvSpPr>
        <dsp:cNvPr id="0" name=""/>
        <dsp:cNvSpPr/>
      </dsp:nvSpPr>
      <dsp:spPr>
        <a:xfrm>
          <a:off x="3479880" y="2684454"/>
          <a:ext cx="2828094" cy="1696856"/>
        </a:xfrm>
        <a:prstGeom prst="rect">
          <a:avLst/>
        </a:prstGeom>
        <a:solidFill>
          <a:schemeClr val="accent2">
            <a:hueOff val="-3110148"/>
            <a:satOff val="-16453"/>
            <a:lumOff val="-627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8579" tIns="145463" rIns="138579" bIns="145463" numCol="1" spcCol="1270" anchor="ctr" anchorCtr="0">
          <a:noAutofit/>
        </a:bodyPr>
        <a:lstStyle/>
        <a:p>
          <a:pPr marL="0" lvl="0" indent="0" algn="ctr" defTabSz="1111250">
            <a:lnSpc>
              <a:spcPct val="90000"/>
            </a:lnSpc>
            <a:spcBef>
              <a:spcPct val="0"/>
            </a:spcBef>
            <a:spcAft>
              <a:spcPct val="35000"/>
            </a:spcAft>
            <a:buNone/>
          </a:pPr>
          <a:r>
            <a:rPr lang="en-US" sz="2500" kern="1200"/>
            <a:t>Conduct pilot testing to refine scalability.</a:t>
          </a:r>
        </a:p>
      </dsp:txBody>
      <dsp:txXfrm>
        <a:off x="3479880" y="2684454"/>
        <a:ext cx="2828094" cy="169685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5CB080-A7EE-4332-A3B2-AAFDB85B3836}">
      <dsp:nvSpPr>
        <dsp:cNvPr id="0" name=""/>
        <dsp:cNvSpPr/>
      </dsp:nvSpPr>
      <dsp:spPr>
        <a:xfrm>
          <a:off x="1223" y="361919"/>
          <a:ext cx="2609818" cy="1565890"/>
        </a:xfrm>
        <a:prstGeom prst="roundRect">
          <a:avLst>
            <a:gd name="adj" fmla="val 10000"/>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Enhanced safety for personnel and public infrastructure.</a:t>
          </a:r>
        </a:p>
      </dsp:txBody>
      <dsp:txXfrm>
        <a:off x="47086" y="407782"/>
        <a:ext cx="2518092" cy="1474164"/>
      </dsp:txXfrm>
    </dsp:sp>
    <dsp:sp modelId="{FED7DC81-01F8-4A3F-BACE-2BDEF97FA4A2}">
      <dsp:nvSpPr>
        <dsp:cNvPr id="0" name=""/>
        <dsp:cNvSpPr/>
      </dsp:nvSpPr>
      <dsp:spPr>
        <a:xfrm>
          <a:off x="2840705" y="821247"/>
          <a:ext cx="553281" cy="647234"/>
        </a:xfrm>
        <a:prstGeom prst="rightArrow">
          <a:avLst>
            <a:gd name="adj1" fmla="val 60000"/>
            <a:gd name="adj2" fmla="val 50000"/>
          </a:avLst>
        </a:prstGeom>
        <a:gradFill rotWithShape="0">
          <a:gsLst>
            <a:gs pos="0">
              <a:schemeClr val="accent1">
                <a:tint val="60000"/>
                <a:hueOff val="0"/>
                <a:satOff val="0"/>
                <a:lumOff val="0"/>
                <a:alphaOff val="0"/>
                <a:tint val="98000"/>
                <a:lumMod val="100000"/>
              </a:schemeClr>
            </a:gs>
            <a:gs pos="100000">
              <a:schemeClr val="accent1">
                <a:tint val="60000"/>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840705" y="950694"/>
        <a:ext cx="387297" cy="388340"/>
      </dsp:txXfrm>
    </dsp:sp>
    <dsp:sp modelId="{BE4F9D70-F136-4406-A761-B9442B043E26}">
      <dsp:nvSpPr>
        <dsp:cNvPr id="0" name=""/>
        <dsp:cNvSpPr/>
      </dsp:nvSpPr>
      <dsp:spPr>
        <a:xfrm>
          <a:off x="3654969" y="361919"/>
          <a:ext cx="2609818" cy="1565890"/>
        </a:xfrm>
        <a:prstGeom prst="roundRect">
          <a:avLst>
            <a:gd name="adj" fmla="val 10000"/>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Reduced downtime and maintenance expenses.</a:t>
          </a:r>
        </a:p>
      </dsp:txBody>
      <dsp:txXfrm>
        <a:off x="3700832" y="407782"/>
        <a:ext cx="2518092" cy="1474164"/>
      </dsp:txXfrm>
    </dsp:sp>
    <dsp:sp modelId="{A9C1DAAA-9CD6-410C-9741-94631B83CAC8}">
      <dsp:nvSpPr>
        <dsp:cNvPr id="0" name=""/>
        <dsp:cNvSpPr/>
      </dsp:nvSpPr>
      <dsp:spPr>
        <a:xfrm rot="5400000">
          <a:off x="4683237" y="2110497"/>
          <a:ext cx="553281" cy="647234"/>
        </a:xfrm>
        <a:prstGeom prst="rightArrow">
          <a:avLst>
            <a:gd name="adj1" fmla="val 60000"/>
            <a:gd name="adj2" fmla="val 50000"/>
          </a:avLst>
        </a:prstGeom>
        <a:gradFill rotWithShape="0">
          <a:gsLst>
            <a:gs pos="0">
              <a:schemeClr val="accent1">
                <a:tint val="60000"/>
                <a:hueOff val="0"/>
                <a:satOff val="0"/>
                <a:lumOff val="0"/>
                <a:alphaOff val="0"/>
                <a:tint val="98000"/>
                <a:lumMod val="100000"/>
              </a:schemeClr>
            </a:gs>
            <a:gs pos="100000">
              <a:schemeClr val="accent1">
                <a:tint val="60000"/>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5400000">
        <a:off x="4765708" y="2157473"/>
        <a:ext cx="388340" cy="387297"/>
      </dsp:txXfrm>
    </dsp:sp>
    <dsp:sp modelId="{BCE11D3C-7306-44C7-8F2F-01901EC5474B}">
      <dsp:nvSpPr>
        <dsp:cNvPr id="0" name=""/>
        <dsp:cNvSpPr/>
      </dsp:nvSpPr>
      <dsp:spPr>
        <a:xfrm>
          <a:off x="3654969" y="2971737"/>
          <a:ext cx="2609818" cy="1565890"/>
        </a:xfrm>
        <a:prstGeom prst="roundRect">
          <a:avLst>
            <a:gd name="adj" fmla="val 10000"/>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Contribution to smart city initiatives.</a:t>
          </a:r>
        </a:p>
      </dsp:txBody>
      <dsp:txXfrm>
        <a:off x="3700832" y="3017600"/>
        <a:ext cx="2518092" cy="147416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37B3EB-5E1F-4B79-86D9-490D4D9BF58E}">
      <dsp:nvSpPr>
        <dsp:cNvPr id="0" name=""/>
        <dsp:cNvSpPr/>
      </dsp:nvSpPr>
      <dsp:spPr>
        <a:xfrm>
          <a:off x="0" y="796176"/>
          <a:ext cx="6266011" cy="14698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B75A03-D6EA-40A8-8E29-2B5D961BAD5F}">
      <dsp:nvSpPr>
        <dsp:cNvPr id="0" name=""/>
        <dsp:cNvSpPr/>
      </dsp:nvSpPr>
      <dsp:spPr>
        <a:xfrm>
          <a:off x="444633" y="1126895"/>
          <a:ext cx="808425" cy="8084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0796BA0-AD86-492B-AB2C-481902508B45}">
      <dsp:nvSpPr>
        <dsp:cNvPr id="0" name=""/>
        <dsp:cNvSpPr/>
      </dsp:nvSpPr>
      <dsp:spPr>
        <a:xfrm>
          <a:off x="1697693" y="796176"/>
          <a:ext cx="4568317" cy="1469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561" tIns="155561" rIns="155561" bIns="155561" numCol="1" spcCol="1270" anchor="ctr" anchorCtr="0">
          <a:noAutofit/>
        </a:bodyPr>
        <a:lstStyle/>
        <a:p>
          <a:pPr marL="0" lvl="0" indent="0" algn="l" defTabSz="1111250">
            <a:lnSpc>
              <a:spcPct val="90000"/>
            </a:lnSpc>
            <a:spcBef>
              <a:spcPct val="0"/>
            </a:spcBef>
            <a:spcAft>
              <a:spcPct val="35000"/>
            </a:spcAft>
            <a:buNone/>
          </a:pPr>
          <a:r>
            <a:rPr lang="en-US" sz="2500" b="1" kern="1200"/>
            <a:t>Thank You for Your Attention!</a:t>
          </a:r>
          <a:endParaRPr lang="en-US" sz="2500" kern="1200"/>
        </a:p>
      </dsp:txBody>
      <dsp:txXfrm>
        <a:off x="1697693" y="796176"/>
        <a:ext cx="4568317" cy="1469864"/>
      </dsp:txXfrm>
    </dsp:sp>
    <dsp:sp modelId="{08CD2310-2844-48D7-8D2F-697598778F1F}">
      <dsp:nvSpPr>
        <dsp:cNvPr id="0" name=""/>
        <dsp:cNvSpPr/>
      </dsp:nvSpPr>
      <dsp:spPr>
        <a:xfrm>
          <a:off x="0" y="2633506"/>
          <a:ext cx="6266011" cy="146986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75DD45-EA31-4586-8EA2-7958AA614E14}">
      <dsp:nvSpPr>
        <dsp:cNvPr id="0" name=""/>
        <dsp:cNvSpPr/>
      </dsp:nvSpPr>
      <dsp:spPr>
        <a:xfrm>
          <a:off x="444633" y="2964225"/>
          <a:ext cx="808425" cy="8084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D1CB627-C37D-4EB9-8ACD-B7BF8D55FA5B}">
      <dsp:nvSpPr>
        <dsp:cNvPr id="0" name=""/>
        <dsp:cNvSpPr/>
      </dsp:nvSpPr>
      <dsp:spPr>
        <a:xfrm>
          <a:off x="1697693" y="2633506"/>
          <a:ext cx="4568317" cy="14698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5561" tIns="155561" rIns="155561" bIns="155561" numCol="1" spcCol="1270" anchor="ctr" anchorCtr="0">
          <a:noAutofit/>
        </a:bodyPr>
        <a:lstStyle/>
        <a:p>
          <a:pPr marL="0" lvl="0" indent="0" algn="l" defTabSz="1111250">
            <a:lnSpc>
              <a:spcPct val="90000"/>
            </a:lnSpc>
            <a:spcBef>
              <a:spcPct val="0"/>
            </a:spcBef>
            <a:spcAft>
              <a:spcPct val="35000"/>
            </a:spcAft>
            <a:buNone/>
          </a:pPr>
          <a:r>
            <a:rPr lang="en-US" sz="2500" kern="1200"/>
            <a:t>Questions and feedback are welcome.</a:t>
          </a:r>
        </a:p>
      </dsp:txBody>
      <dsp:txXfrm>
        <a:off x="1697693" y="2633506"/>
        <a:ext cx="4568317" cy="146986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92D58A29-8816-4081-A04A-50977D083972}" type="datetimeFigureOut">
              <a:rPr lang="en-IN" smtClean="0"/>
              <a:t>28-05-2025</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370290824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D58A29-8816-4081-A04A-50977D083972}" type="datetimeFigureOut">
              <a:rPr lang="en-IN" smtClean="0"/>
              <a:t>28-05-2025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3575190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D58A29-8816-4081-A04A-50977D083972}" type="datetimeFigureOut">
              <a:rPr lang="en-IN" smtClean="0"/>
              <a:t>28-05-2025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1924285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2D58A29-8816-4081-A04A-50977D083972}" type="datetimeFigureOut">
              <a:rPr lang="en-IN" smtClean="0"/>
              <a:t>28-05-2025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60816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D58A29-8816-4081-A04A-50977D083972}" type="datetimeFigureOut">
              <a:rPr lang="en-IN" smtClean="0"/>
              <a:t>28-05-2025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4132756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2D58A29-8816-4081-A04A-50977D083972}" type="datetimeFigureOut">
              <a:rPr lang="en-IN" smtClean="0"/>
              <a:t>28-05-2025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440800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92D58A29-8816-4081-A04A-50977D083972}" type="datetimeFigureOut">
              <a:rPr lang="en-IN" smtClean="0"/>
              <a:t>28-05-2025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904234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D58A29-8816-4081-A04A-50977D083972}" type="datetimeFigureOut">
              <a:rPr lang="en-IN" smtClean="0"/>
              <a:t>28-05-2025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207190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D58A29-8816-4081-A04A-50977D083972}" type="datetimeFigureOut">
              <a:rPr lang="en-IN" smtClean="0"/>
              <a:t>28-05-2025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1624645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D58A29-8816-4081-A04A-50977D083972}" type="datetimeFigureOut">
              <a:rPr lang="en-IN" smtClean="0"/>
              <a:t>28-05-2025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1628967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D58A29-8816-4081-A04A-50977D083972}" type="datetimeFigureOut">
              <a:rPr lang="en-IN" smtClean="0"/>
              <a:t>28-05-2025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1877210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D58A29-8816-4081-A04A-50977D083972}" type="datetimeFigureOut">
              <a:rPr lang="en-IN" smtClean="0"/>
              <a:t>28-05-2025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1065199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D58A29-8816-4081-A04A-50977D083972}" type="datetimeFigureOut">
              <a:rPr lang="en-IN" smtClean="0"/>
              <a:t>28-05-2025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39900391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D58A29-8816-4081-A04A-50977D083972}" type="datetimeFigureOut">
              <a:rPr lang="en-IN" smtClean="0"/>
              <a:t>28-05-2025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31862313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D58A29-8816-4081-A04A-50977D083972}" type="datetimeFigureOut">
              <a:rPr lang="en-IN" smtClean="0"/>
              <a:t>28-05-2025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39182946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D58A29-8816-4081-A04A-50977D083972}" type="datetimeFigureOut">
              <a:rPr lang="en-IN" smtClean="0"/>
              <a:t>28-05-2025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B83357-CAC1-4499-980F-5167BCA51CDF}"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1045256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D58A29-8816-4081-A04A-50977D083972}" type="datetimeFigureOut">
              <a:rPr lang="en-IN" smtClean="0"/>
              <a:t>28-05-2025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B83357-CAC1-4499-980F-5167BCA51CDF}" type="slidenum">
              <a:rPr lang="en-IN" smtClean="0"/>
              <a:t>‹#›</a:t>
            </a:fld>
            <a:endParaRPr lang="en-IN"/>
          </a:p>
        </p:txBody>
      </p:sp>
    </p:spTree>
    <p:extLst>
      <p:ext uri="{BB962C8B-B14F-4D97-AF65-F5344CB8AC3E}">
        <p14:creationId xmlns:p14="http://schemas.microsoft.com/office/powerpoint/2010/main" val="3195831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2D58A29-8816-4081-A04A-50977D083972}" type="datetimeFigureOut">
              <a:rPr lang="en-IN" smtClean="0"/>
              <a:t>28-05-2025</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2B83357-CAC1-4499-980F-5167BCA51CDF}" type="slidenum">
              <a:rPr lang="en-IN" smtClean="0"/>
              <a:t>‹#›</a:t>
            </a:fld>
            <a:endParaRPr lang="en-IN"/>
          </a:p>
        </p:txBody>
      </p:sp>
    </p:spTree>
    <p:extLst>
      <p:ext uri="{BB962C8B-B14F-4D97-AF65-F5344CB8AC3E}">
        <p14:creationId xmlns:p14="http://schemas.microsoft.com/office/powerpoint/2010/main" val="3797548969"/>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5.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5.jpeg"/><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5.jpeg"/><Relationship Id="rId1" Type="http://schemas.openxmlformats.org/officeDocument/2006/relationships/slideLayout" Target="../slideLayouts/slideLayout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5.jpeg"/><Relationship Id="rId1" Type="http://schemas.openxmlformats.org/officeDocument/2006/relationships/slideLayout" Target="../slideLayouts/slideLayout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9.png"/><Relationship Id="rId5" Type="http://schemas.openxmlformats.org/officeDocument/2006/relationships/image" Target="../media/image28.jpeg"/><Relationship Id="rId4" Type="http://schemas.openxmlformats.org/officeDocument/2006/relationships/image" Target="../media/image5.jpe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5.jpeg"/><Relationship Id="rId1" Type="http://schemas.openxmlformats.org/officeDocument/2006/relationships/slideLayout" Target="../slideLayouts/slideLayout6.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5.jpeg"/><Relationship Id="rId1" Type="http://schemas.openxmlformats.org/officeDocument/2006/relationships/slideLayout" Target="../slideLayouts/slideLayout6.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5.jpeg"/><Relationship Id="rId1" Type="http://schemas.openxmlformats.org/officeDocument/2006/relationships/slideLayout" Target="../slideLayouts/slideLayout6.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hyperlink" Target="https://example.com/" TargetMode="External"/><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5.jpeg"/><Relationship Id="rId1" Type="http://schemas.openxmlformats.org/officeDocument/2006/relationships/slideLayout" Target="../slideLayouts/slideLayout6.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301499-337F-0855-9AF1-A3F1375D5359}"/>
              </a:ext>
            </a:extLst>
          </p:cNvPr>
          <p:cNvPicPr>
            <a:picLocks noChangeAspect="1"/>
          </p:cNvPicPr>
          <p:nvPr/>
        </p:nvPicPr>
        <p:blipFill>
          <a:blip r:embed="rId2"/>
          <a:stretch>
            <a:fillRect/>
          </a:stretch>
        </p:blipFill>
        <p:spPr>
          <a:xfrm>
            <a:off x="0" y="-1"/>
            <a:ext cx="12191999" cy="1206631"/>
          </a:xfrm>
          <a:prstGeom prst="rect">
            <a:avLst/>
          </a:prstGeom>
        </p:spPr>
      </p:pic>
      <p:sp>
        <p:nvSpPr>
          <p:cNvPr id="6" name="Rectangle 5">
            <a:extLst>
              <a:ext uri="{FF2B5EF4-FFF2-40B4-BE49-F238E27FC236}">
                <a16:creationId xmlns:a16="http://schemas.microsoft.com/office/drawing/2014/main" id="{6F25E5C1-2263-EE24-9E32-FEEB1554D4EE}"/>
              </a:ext>
            </a:extLst>
          </p:cNvPr>
          <p:cNvSpPr/>
          <p:nvPr/>
        </p:nvSpPr>
        <p:spPr>
          <a:xfrm>
            <a:off x="2878092" y="1671741"/>
            <a:ext cx="6171882" cy="1015663"/>
          </a:xfrm>
          <a:prstGeom prst="rect">
            <a:avLst/>
          </a:prstGeom>
          <a:noFill/>
        </p:spPr>
        <p:txBody>
          <a:bodyPr wrap="none" lIns="91440" tIns="45720" rIns="91440" bIns="45720">
            <a:spAutoFit/>
          </a:bodyPr>
          <a:lstStyle/>
          <a:p>
            <a:pPr algn="ctr"/>
            <a:r>
              <a:rPr lang="en-US" sz="3000" b="1" cap="none" spc="0" dirty="0">
                <a:ln w="0"/>
                <a:effectLst>
                  <a:reflection blurRad="6350" stA="53000" endA="300" endPos="35500" dir="5400000" sy="-90000" algn="bl" rotWithShape="0"/>
                </a:effectLst>
                <a:latin typeface="Arial" panose="020B0604020202020204" pitchFamily="34" charset="0"/>
                <a:cs typeface="Arial" panose="020B0604020202020204" pitchFamily="34" charset="0"/>
              </a:rPr>
              <a:t>Department Of</a:t>
            </a:r>
          </a:p>
          <a:p>
            <a:pPr algn="ctr"/>
            <a:r>
              <a:rPr lang="en-US" sz="3000" b="1" cap="none" spc="0" dirty="0">
                <a:ln w="0"/>
                <a:effectLst>
                  <a:reflection blurRad="6350" stA="53000" endA="300" endPos="35500" dir="5400000" sy="-90000" algn="bl" rotWithShape="0"/>
                </a:effectLst>
                <a:latin typeface="Arial" panose="020B0604020202020204" pitchFamily="34" charset="0"/>
                <a:cs typeface="Arial" panose="020B0604020202020204" pitchFamily="34" charset="0"/>
              </a:rPr>
              <a:t> Electronics and Communication</a:t>
            </a:r>
          </a:p>
        </p:txBody>
      </p:sp>
      <p:graphicFrame>
        <p:nvGraphicFramePr>
          <p:cNvPr id="9" name="Diagram 8">
            <a:extLst>
              <a:ext uri="{FF2B5EF4-FFF2-40B4-BE49-F238E27FC236}">
                <a16:creationId xmlns:a16="http://schemas.microsoft.com/office/drawing/2014/main" id="{7B2A082D-A51E-AA3E-163A-A50B09BB899D}"/>
              </a:ext>
            </a:extLst>
          </p:cNvPr>
          <p:cNvGraphicFramePr/>
          <p:nvPr>
            <p:extLst>
              <p:ext uri="{D42A27DB-BD31-4B8C-83A1-F6EECF244321}">
                <p14:modId xmlns:p14="http://schemas.microsoft.com/office/powerpoint/2010/main" val="1684349535"/>
              </p:ext>
            </p:extLst>
          </p:nvPr>
        </p:nvGraphicFramePr>
        <p:xfrm>
          <a:off x="0" y="5033913"/>
          <a:ext cx="5184742" cy="18240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Box 10">
            <a:extLst>
              <a:ext uri="{FF2B5EF4-FFF2-40B4-BE49-F238E27FC236}">
                <a16:creationId xmlns:a16="http://schemas.microsoft.com/office/drawing/2014/main" id="{3D284494-D69B-0819-B165-E4B681E3B6F4}"/>
              </a:ext>
            </a:extLst>
          </p:cNvPr>
          <p:cNvSpPr txBox="1"/>
          <p:nvPr/>
        </p:nvSpPr>
        <p:spPr>
          <a:xfrm>
            <a:off x="367645" y="2876671"/>
            <a:ext cx="11462994" cy="1290225"/>
          </a:xfrm>
          <a:prstGeom prst="rect">
            <a:avLst/>
          </a:prstGeom>
          <a:noFill/>
        </p:spPr>
        <p:txBody>
          <a:bodyPr wrap="square">
            <a:spAutoFit/>
          </a:bodyPr>
          <a:lstStyle/>
          <a:p>
            <a:pPr algn="ctr">
              <a:lnSpc>
                <a:spcPct val="200000"/>
              </a:lnSpc>
            </a:pPr>
            <a:r>
              <a:rPr lang="en-US" sz="2000" b="1" dirty="0">
                <a:latin typeface="+mj-lt"/>
                <a:cs typeface="Arial" panose="020B0604020202020204" pitchFamily="34" charset="0"/>
              </a:rPr>
              <a:t>Project Title :</a:t>
            </a:r>
          </a:p>
          <a:p>
            <a:pPr algn="ctr">
              <a:lnSpc>
                <a:spcPct val="200000"/>
              </a:lnSpc>
            </a:pPr>
            <a:r>
              <a:rPr lang="en-US" sz="2200" b="0" i="0" u="sng" strike="noStrike" dirty="0">
                <a:effectLst/>
                <a:latin typeface="+mj-lt"/>
              </a:rPr>
              <a:t>System to check the healthiness of the earthing system and alert staff in case of malfunction.</a:t>
            </a:r>
          </a:p>
        </p:txBody>
      </p:sp>
    </p:spTree>
    <p:extLst>
      <p:ext uri="{BB962C8B-B14F-4D97-AF65-F5344CB8AC3E}">
        <p14:creationId xmlns:p14="http://schemas.microsoft.com/office/powerpoint/2010/main" val="1998381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68FE-E8A8-2C3E-94D2-AD4793CEB121}"/>
              </a:ext>
            </a:extLst>
          </p:cNvPr>
          <p:cNvSpPr>
            <a:spLocks noGrp="1"/>
          </p:cNvSpPr>
          <p:nvPr>
            <p:ph type="title"/>
          </p:nvPr>
        </p:nvSpPr>
        <p:spPr>
          <a:xfrm>
            <a:off x="633743" y="609599"/>
            <a:ext cx="3413156" cy="5273675"/>
          </a:xfrm>
        </p:spPr>
        <p:txBody>
          <a:bodyPr vert="horz" lIns="91440" tIns="45720" rIns="91440" bIns="45720" rtlCol="0" anchor="ctr">
            <a:normAutofit/>
          </a:bodyPr>
          <a:lstStyle/>
          <a:p>
            <a:r>
              <a:rPr lang="en-US">
                <a:cs typeface="Calibri" panose="020F0502020204030204" pitchFamily="34" charset="0"/>
              </a:rPr>
              <a:t>Introduction</a:t>
            </a:r>
          </a:p>
        </p:txBody>
      </p:sp>
      <p:graphicFrame>
        <p:nvGraphicFramePr>
          <p:cNvPr id="23" name="TextBox 3">
            <a:extLst>
              <a:ext uri="{FF2B5EF4-FFF2-40B4-BE49-F238E27FC236}">
                <a16:creationId xmlns:a16="http://schemas.microsoft.com/office/drawing/2014/main" id="{292DEFE6-BF3D-CC9C-9044-5970591389F5}"/>
              </a:ext>
            </a:extLst>
          </p:cNvPr>
          <p:cNvGraphicFramePr/>
          <p:nvPr>
            <p:extLst>
              <p:ext uri="{D42A27DB-BD31-4B8C-83A1-F6EECF244321}">
                <p14:modId xmlns:p14="http://schemas.microsoft.com/office/powerpoint/2010/main" val="1922202048"/>
              </p:ext>
            </p:extLst>
          </p:nvPr>
        </p:nvGraphicFramePr>
        <p:xfrm>
          <a:off x="5282521" y="709683"/>
          <a:ext cx="6266011" cy="48995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33146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6C3F3FB2-714B-4D15-0382-69841D1CD8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9B482-C4F0-1A81-DE41-4754D426DCA1}"/>
              </a:ext>
            </a:extLst>
          </p:cNvPr>
          <p:cNvSpPr>
            <a:spLocks noGrp="1"/>
          </p:cNvSpPr>
          <p:nvPr>
            <p:ph type="title"/>
          </p:nvPr>
        </p:nvSpPr>
        <p:spPr/>
        <p:txBody>
          <a:bodyPr vert="horz" lIns="91440" tIns="45720" rIns="91440" bIns="45720" rtlCol="0" anchor="ctr">
            <a:normAutofit/>
          </a:bodyPr>
          <a:lstStyle/>
          <a:p>
            <a:r>
              <a:rPr lang="en-US"/>
              <a:t>Problem Statement</a:t>
            </a:r>
          </a:p>
        </p:txBody>
      </p:sp>
      <p:graphicFrame>
        <p:nvGraphicFramePr>
          <p:cNvPr id="6" name="TextBox 3">
            <a:extLst>
              <a:ext uri="{FF2B5EF4-FFF2-40B4-BE49-F238E27FC236}">
                <a16:creationId xmlns:a16="http://schemas.microsoft.com/office/drawing/2014/main" id="{A9B7C09C-430E-B724-5CBB-3A8846911ED7}"/>
              </a:ext>
            </a:extLst>
          </p:cNvPr>
          <p:cNvGraphicFramePr/>
          <p:nvPr>
            <p:extLst>
              <p:ext uri="{D42A27DB-BD31-4B8C-83A1-F6EECF244321}">
                <p14:modId xmlns:p14="http://schemas.microsoft.com/office/powerpoint/2010/main" val="2605374882"/>
              </p:ext>
            </p:extLst>
          </p:nvPr>
        </p:nvGraphicFramePr>
        <p:xfrm>
          <a:off x="914400" y="1731963"/>
          <a:ext cx="10353675" cy="40592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59122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9F585-A612-4C40-E240-79396F7FDF71}"/>
              </a:ext>
            </a:extLst>
          </p:cNvPr>
          <p:cNvSpPr>
            <a:spLocks noGrp="1"/>
          </p:cNvSpPr>
          <p:nvPr>
            <p:ph type="title"/>
          </p:nvPr>
        </p:nvSpPr>
        <p:spPr>
          <a:xfrm>
            <a:off x="1370693" y="4511814"/>
            <a:ext cx="9440034" cy="1130260"/>
          </a:xfrm>
        </p:spPr>
        <p:txBody>
          <a:bodyPr vert="horz" lIns="91440" tIns="45720" rIns="91440" bIns="45720" rtlCol="0" anchor="b">
            <a:normAutofit/>
          </a:bodyPr>
          <a:lstStyle/>
          <a:p>
            <a:r>
              <a:rPr lang="en-US" sz="4800" dirty="0"/>
              <a:t>Supporting Article</a:t>
            </a:r>
          </a:p>
        </p:txBody>
      </p:sp>
      <p:pic>
        <p:nvPicPr>
          <p:cNvPr id="4" name="Picture 3" descr="A screenshot of a website&#10;&#10;Description automatically generated">
            <a:extLst>
              <a:ext uri="{FF2B5EF4-FFF2-40B4-BE49-F238E27FC236}">
                <a16:creationId xmlns:a16="http://schemas.microsoft.com/office/drawing/2014/main" id="{3200950D-DA4F-B45D-B0C8-B03532F115A2}"/>
              </a:ext>
            </a:extLst>
          </p:cNvPr>
          <p:cNvPicPr>
            <a:picLocks noChangeAspect="1"/>
          </p:cNvPicPr>
          <p:nvPr/>
        </p:nvPicPr>
        <p:blipFill>
          <a:blip r:embed="rId3"/>
          <a:stretch>
            <a:fillRect/>
          </a:stretch>
        </p:blipFill>
        <p:spPr>
          <a:xfrm>
            <a:off x="913795" y="1020172"/>
            <a:ext cx="5252164" cy="2646648"/>
          </a:xfrm>
          <a:prstGeom prst="rect">
            <a:avLst/>
          </a:prstGeom>
        </p:spPr>
      </p:pic>
      <p:pic>
        <p:nvPicPr>
          <p:cNvPr id="3" name="Picture 2" descr="A screenshot of a news article&#10;&#10;Description automatically generated">
            <a:extLst>
              <a:ext uri="{FF2B5EF4-FFF2-40B4-BE49-F238E27FC236}">
                <a16:creationId xmlns:a16="http://schemas.microsoft.com/office/drawing/2014/main" id="{ABD0A361-F01A-EF71-2D33-07B85E90C61F}"/>
              </a:ext>
            </a:extLst>
          </p:cNvPr>
          <p:cNvPicPr>
            <a:picLocks noChangeAspect="1"/>
          </p:cNvPicPr>
          <p:nvPr/>
        </p:nvPicPr>
        <p:blipFill>
          <a:blip r:embed="rId4"/>
          <a:stretch>
            <a:fillRect/>
          </a:stretch>
        </p:blipFill>
        <p:spPr>
          <a:xfrm>
            <a:off x="6170821" y="1019980"/>
            <a:ext cx="5102352" cy="2626978"/>
          </a:xfrm>
          <a:prstGeom prst="rect">
            <a:avLst/>
          </a:prstGeom>
        </p:spPr>
      </p:pic>
    </p:spTree>
    <p:extLst>
      <p:ext uri="{BB962C8B-B14F-4D97-AF65-F5344CB8AC3E}">
        <p14:creationId xmlns:p14="http://schemas.microsoft.com/office/powerpoint/2010/main" val="201347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4E917-B614-7A8E-30FC-4E4728D70FF8}"/>
              </a:ext>
            </a:extLst>
          </p:cNvPr>
          <p:cNvSpPr>
            <a:spLocks noGrp="1"/>
          </p:cNvSpPr>
          <p:nvPr>
            <p:ph type="title"/>
          </p:nvPr>
        </p:nvSpPr>
        <p:spPr>
          <a:xfrm>
            <a:off x="1192696" y="105016"/>
            <a:ext cx="9044608" cy="2389705"/>
          </a:xfrm>
        </p:spPr>
        <p:txBody>
          <a:bodyPr vert="horz" lIns="91440" tIns="45720" rIns="91440" bIns="45720" rtlCol="0" anchor="ctr">
            <a:normAutofit/>
          </a:bodyPr>
          <a:lstStyle/>
          <a:p>
            <a:pPr algn="ctr"/>
            <a:r>
              <a:rPr lang="en-US" sz="4800" dirty="0"/>
              <a:t>Literature Review</a:t>
            </a:r>
          </a:p>
        </p:txBody>
      </p:sp>
      <p:sp>
        <p:nvSpPr>
          <p:cNvPr id="3" name="TextBox 2">
            <a:extLst>
              <a:ext uri="{FF2B5EF4-FFF2-40B4-BE49-F238E27FC236}">
                <a16:creationId xmlns:a16="http://schemas.microsoft.com/office/drawing/2014/main" id="{3E6DBA8E-4E8E-D41F-CEE2-1CBD0C3DEC88}"/>
              </a:ext>
            </a:extLst>
          </p:cNvPr>
          <p:cNvSpPr txBox="1"/>
          <p:nvPr/>
        </p:nvSpPr>
        <p:spPr>
          <a:xfrm>
            <a:off x="1493471" y="1620078"/>
            <a:ext cx="9205057" cy="3289852"/>
          </a:xfrm>
          <a:prstGeom prst="rect">
            <a:avLst/>
          </a:prstGeom>
          <a:effectLst/>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marL="342900" indent="-342900" algn="just">
              <a:lnSpc>
                <a:spcPct val="90000"/>
              </a:lnSpc>
              <a:spcBef>
                <a:spcPct val="20000"/>
              </a:spcBef>
              <a:spcAft>
                <a:spcPts val="600"/>
              </a:spcAft>
              <a:buClr>
                <a:schemeClr val="tx2"/>
              </a:buClr>
              <a:buSzPct val="70000"/>
              <a:buFont typeface="Wingdings 2" charset="2"/>
              <a:buAutoNum type="arabicPeriod"/>
            </a:pPr>
            <a:r>
              <a:rPr lang="en-US" sz="1600" dirty="0">
                <a:ln>
                  <a:solidFill>
                    <a:schemeClr val="bg1">
                      <a:lumMod val="75000"/>
                      <a:lumOff val="25000"/>
                      <a:alpha val="10000"/>
                    </a:schemeClr>
                  </a:solidFill>
                </a:ln>
                <a:effectLst>
                  <a:outerShdw blurRad="9525" dist="25400" dir="14640000" algn="tl" rotWithShape="0">
                    <a:schemeClr val="bg1">
                      <a:alpha val="30000"/>
                    </a:schemeClr>
                  </a:outerShdw>
                </a:effectLst>
              </a:rPr>
              <a:t>The earthing system in EHV substations is crucial for personnel and equipment safety, ensuring safe touch and step potentials and the timely operation of protective devices. Comprehensive audits of existing and new substation earthing systems help identify anomalies like grid integrity issues and unsafe potentials, enabling corrective measures. Software simulations post-audit validate safety parameters and ensure compliance with design standards, enhancing overall system reliability and safety.[1]</a:t>
            </a:r>
          </a:p>
          <a:p>
            <a:pPr marL="342900" indent="-342900" algn="just">
              <a:lnSpc>
                <a:spcPct val="90000"/>
              </a:lnSpc>
              <a:spcBef>
                <a:spcPct val="20000"/>
              </a:spcBef>
              <a:spcAft>
                <a:spcPts val="600"/>
              </a:spcAft>
              <a:buClr>
                <a:schemeClr val="tx2"/>
              </a:buClr>
              <a:buSzPct val="70000"/>
              <a:buFont typeface="Wingdings 2" charset="2"/>
              <a:buAutoNum type="arabicPeriod"/>
            </a:pPr>
            <a:r>
              <a:rPr lang="en-US" sz="1600" dirty="0">
                <a:ln>
                  <a:solidFill>
                    <a:schemeClr val="bg1">
                      <a:lumMod val="75000"/>
                      <a:lumOff val="25000"/>
                      <a:alpha val="10000"/>
                    </a:schemeClr>
                  </a:solidFill>
                </a:ln>
                <a:effectLst>
                  <a:outerShdw blurRad="9525" dist="25400" dir="14640000" algn="tl" rotWithShape="0">
                    <a:schemeClr val="bg1">
                      <a:alpha val="30000"/>
                    </a:schemeClr>
                  </a:outerShdw>
                </a:effectLst>
              </a:rPr>
              <a:t>Grounding ensures the safe dissipation of leakage and fault currents through electrodes like rods, plates, and mesh grids, protecting personnel and equipment in substations. Soil characteristics such as resistivity, mineral content, moisture, and temperature affect earth resistance, necessitating monitoring systems to adapt to environmental changes. This study reviews earthing resistance measurement techniques, grounding system design, and emerging trends in monitoring and controlling substation grounding systems, offering valuable insights for researchers and industry professionals.[2]</a:t>
            </a:r>
            <a:endParaRPr lang="en-US" sz="1600"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Tree>
    <p:extLst>
      <p:ext uri="{BB962C8B-B14F-4D97-AF65-F5344CB8AC3E}">
        <p14:creationId xmlns:p14="http://schemas.microsoft.com/office/powerpoint/2010/main" val="192120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4AD78D60-626F-23A6-E0B7-3557C6F02C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B6D818-BCD3-6E61-A96A-34D286ECF9A3}"/>
              </a:ext>
            </a:extLst>
          </p:cNvPr>
          <p:cNvSpPr>
            <a:spLocks noGrp="1"/>
          </p:cNvSpPr>
          <p:nvPr>
            <p:ph type="title"/>
          </p:nvPr>
        </p:nvSpPr>
        <p:spPr>
          <a:xfrm>
            <a:off x="633743" y="609599"/>
            <a:ext cx="3413156" cy="5273675"/>
          </a:xfrm>
        </p:spPr>
        <p:txBody>
          <a:bodyPr vert="horz" lIns="91440" tIns="45720" rIns="91440" bIns="45720" rtlCol="0" anchor="ctr">
            <a:normAutofit/>
          </a:bodyPr>
          <a:lstStyle/>
          <a:p>
            <a:r>
              <a:rPr lang="en-US"/>
              <a:t>Proposed Solution</a:t>
            </a:r>
          </a:p>
        </p:txBody>
      </p:sp>
      <p:graphicFrame>
        <p:nvGraphicFramePr>
          <p:cNvPr id="7" name="TextBox 4">
            <a:extLst>
              <a:ext uri="{FF2B5EF4-FFF2-40B4-BE49-F238E27FC236}">
                <a16:creationId xmlns:a16="http://schemas.microsoft.com/office/drawing/2014/main" id="{04411582-7C62-FA45-D12A-18A14441D33C}"/>
              </a:ext>
            </a:extLst>
          </p:cNvPr>
          <p:cNvGraphicFramePr/>
          <p:nvPr>
            <p:extLst>
              <p:ext uri="{D42A27DB-BD31-4B8C-83A1-F6EECF244321}">
                <p14:modId xmlns:p14="http://schemas.microsoft.com/office/powerpoint/2010/main" val="3772174198"/>
              </p:ext>
            </p:extLst>
          </p:nvPr>
        </p:nvGraphicFramePr>
        <p:xfrm>
          <a:off x="4958257" y="887213"/>
          <a:ext cx="6309300" cy="4718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45788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70E2D8E6-7EFC-DB89-E349-13077A3146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4DDA7-4B6D-0667-DCEA-FC411368C378}"/>
              </a:ext>
            </a:extLst>
          </p:cNvPr>
          <p:cNvSpPr>
            <a:spLocks noGrp="1"/>
          </p:cNvSpPr>
          <p:nvPr>
            <p:ph type="title"/>
          </p:nvPr>
        </p:nvSpPr>
        <p:spPr>
          <a:xfrm>
            <a:off x="633743" y="609599"/>
            <a:ext cx="3413156" cy="5273675"/>
          </a:xfrm>
        </p:spPr>
        <p:txBody>
          <a:bodyPr vert="horz" lIns="91440" tIns="45720" rIns="91440" bIns="45720" rtlCol="0" anchor="ctr">
            <a:normAutofit/>
          </a:bodyPr>
          <a:lstStyle/>
          <a:p>
            <a:r>
              <a:rPr lang="en-US"/>
              <a:t>System Overview</a:t>
            </a:r>
          </a:p>
        </p:txBody>
      </p:sp>
      <p:graphicFrame>
        <p:nvGraphicFramePr>
          <p:cNvPr id="13" name="TextBox 3">
            <a:extLst>
              <a:ext uri="{FF2B5EF4-FFF2-40B4-BE49-F238E27FC236}">
                <a16:creationId xmlns:a16="http://schemas.microsoft.com/office/drawing/2014/main" id="{428DB127-7EE2-5F3D-BA9B-246B849DD536}"/>
              </a:ext>
            </a:extLst>
          </p:cNvPr>
          <p:cNvGraphicFramePr/>
          <p:nvPr>
            <p:extLst>
              <p:ext uri="{D42A27DB-BD31-4B8C-83A1-F6EECF244321}">
                <p14:modId xmlns:p14="http://schemas.microsoft.com/office/powerpoint/2010/main" val="3859776573"/>
              </p:ext>
            </p:extLst>
          </p:nvPr>
        </p:nvGraphicFramePr>
        <p:xfrm>
          <a:off x="4958257" y="887213"/>
          <a:ext cx="6309300" cy="4718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47003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2A4F4522-B151-1586-958F-B8C2053C46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4B38B-E29F-8113-DBCD-4ECD053912AD}"/>
              </a:ext>
            </a:extLst>
          </p:cNvPr>
          <p:cNvSpPr>
            <a:spLocks noGrp="1"/>
          </p:cNvSpPr>
          <p:nvPr>
            <p:ph type="title"/>
          </p:nvPr>
        </p:nvSpPr>
        <p:spPr>
          <a:xfrm>
            <a:off x="633743" y="609599"/>
            <a:ext cx="3413156" cy="5273675"/>
          </a:xfrm>
        </p:spPr>
        <p:txBody>
          <a:bodyPr vert="horz" lIns="91440" tIns="45720" rIns="91440" bIns="45720" rtlCol="0" anchor="ctr">
            <a:normAutofit/>
          </a:bodyPr>
          <a:lstStyle/>
          <a:p>
            <a:r>
              <a:rPr lang="en-US" b="1"/>
              <a:t>Key Features</a:t>
            </a:r>
            <a:br>
              <a:rPr lang="en-US" b="1"/>
            </a:br>
            <a:endParaRPr lang="en-US"/>
          </a:p>
        </p:txBody>
      </p:sp>
      <p:graphicFrame>
        <p:nvGraphicFramePr>
          <p:cNvPr id="13" name="TextBox 3">
            <a:extLst>
              <a:ext uri="{FF2B5EF4-FFF2-40B4-BE49-F238E27FC236}">
                <a16:creationId xmlns:a16="http://schemas.microsoft.com/office/drawing/2014/main" id="{553E15DB-4158-37D6-015E-8853990D5F0F}"/>
              </a:ext>
            </a:extLst>
          </p:cNvPr>
          <p:cNvGraphicFramePr/>
          <p:nvPr>
            <p:extLst>
              <p:ext uri="{D42A27DB-BD31-4B8C-83A1-F6EECF244321}">
                <p14:modId xmlns:p14="http://schemas.microsoft.com/office/powerpoint/2010/main" val="2891007610"/>
              </p:ext>
            </p:extLst>
          </p:nvPr>
        </p:nvGraphicFramePr>
        <p:xfrm>
          <a:off x="5282521" y="709683"/>
          <a:ext cx="6266011" cy="48995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50701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5DA5A89F-8E9C-FA77-ADE5-B3536E60C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2BFE18-797C-FA8B-D73E-10C9C933A7A5}"/>
              </a:ext>
            </a:extLst>
          </p:cNvPr>
          <p:cNvSpPr>
            <a:spLocks noGrp="1"/>
          </p:cNvSpPr>
          <p:nvPr>
            <p:ph type="title"/>
          </p:nvPr>
        </p:nvSpPr>
        <p:spPr/>
        <p:txBody>
          <a:bodyPr vert="horz" lIns="91440" tIns="45720" rIns="91440" bIns="45720" rtlCol="0" anchor="ctr">
            <a:normAutofit/>
          </a:bodyPr>
          <a:lstStyle/>
          <a:p>
            <a:r>
              <a:rPr lang="en-US"/>
              <a:t>Benefits</a:t>
            </a:r>
          </a:p>
        </p:txBody>
      </p:sp>
      <p:graphicFrame>
        <p:nvGraphicFramePr>
          <p:cNvPr id="14" name="TextBox 11">
            <a:extLst>
              <a:ext uri="{FF2B5EF4-FFF2-40B4-BE49-F238E27FC236}">
                <a16:creationId xmlns:a16="http://schemas.microsoft.com/office/drawing/2014/main" id="{93364054-E54D-E344-AF1C-3A3154F992A1}"/>
              </a:ext>
            </a:extLst>
          </p:cNvPr>
          <p:cNvGraphicFramePr/>
          <p:nvPr>
            <p:extLst>
              <p:ext uri="{D42A27DB-BD31-4B8C-83A1-F6EECF244321}">
                <p14:modId xmlns:p14="http://schemas.microsoft.com/office/powerpoint/2010/main" val="2607589698"/>
              </p:ext>
            </p:extLst>
          </p:nvPr>
        </p:nvGraphicFramePr>
        <p:xfrm>
          <a:off x="914400" y="1731963"/>
          <a:ext cx="10353675" cy="40592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47892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FFB81-1122-EA39-C22D-DF9834261514}"/>
              </a:ext>
            </a:extLst>
          </p:cNvPr>
          <p:cNvSpPr>
            <a:spLocks noGrp="1"/>
          </p:cNvSpPr>
          <p:nvPr>
            <p:ph type="title"/>
          </p:nvPr>
        </p:nvSpPr>
        <p:spPr/>
        <p:txBody>
          <a:bodyPr/>
          <a:lstStyle/>
          <a:p>
            <a:r>
              <a:rPr lang="en-US" sz="3600" b="1" dirty="0"/>
              <a:t>Design Methodology</a:t>
            </a:r>
            <a:endParaRPr lang="en-IN" dirty="0"/>
          </a:p>
        </p:txBody>
      </p:sp>
      <p:sp>
        <p:nvSpPr>
          <p:cNvPr id="4" name="Rectangle 1">
            <a:extLst>
              <a:ext uri="{FF2B5EF4-FFF2-40B4-BE49-F238E27FC236}">
                <a16:creationId xmlns:a16="http://schemas.microsoft.com/office/drawing/2014/main" id="{631F1F0C-8561-B662-2DA4-840370344F0F}"/>
              </a:ext>
            </a:extLst>
          </p:cNvPr>
          <p:cNvSpPr>
            <a:spLocks noGrp="1" noChangeArrowheads="1"/>
          </p:cNvSpPr>
          <p:nvPr>
            <p:ph idx="1"/>
          </p:nvPr>
        </p:nvSpPr>
        <p:spPr bwMode="auto">
          <a:xfrm>
            <a:off x="685801" y="1868624"/>
            <a:ext cx="10828605"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Identified the need for real-time monitoring of earthing health to replace manual, periodic inspections.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Selected </a:t>
            </a:r>
            <a:r>
              <a:rPr kumimoji="0" lang="en-US" altLang="en-US" sz="1800" b="1" i="0" u="none" strike="noStrike" cap="none" normalizeH="0" baseline="0" dirty="0">
                <a:ln>
                  <a:noFill/>
                </a:ln>
                <a:solidFill>
                  <a:schemeClr val="tx1"/>
                </a:solidFill>
                <a:effectLst/>
                <a:latin typeface="Arial" panose="020B0604020202020204" pitchFamily="34" charset="0"/>
              </a:rPr>
              <a:t>ESP32</a:t>
            </a:r>
            <a:r>
              <a:rPr kumimoji="0" lang="en-US" altLang="en-US" sz="1800" b="0" i="0" u="none" strike="noStrike" cap="none" normalizeH="0" baseline="0" dirty="0">
                <a:ln>
                  <a:noFill/>
                </a:ln>
                <a:solidFill>
                  <a:schemeClr val="tx1"/>
                </a:solidFill>
                <a:effectLst/>
                <a:latin typeface="Arial" panose="020B0604020202020204" pitchFamily="34" charset="0"/>
              </a:rPr>
              <a:t> for its Wi-Fi capability and low power consumption.</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Integrated a </a:t>
            </a:r>
            <a:r>
              <a:rPr kumimoji="0" lang="en-US" altLang="en-US" sz="1800" b="1" i="0" u="none" strike="noStrike" cap="none" normalizeH="0" baseline="0" dirty="0">
                <a:ln>
                  <a:noFill/>
                </a:ln>
                <a:solidFill>
                  <a:schemeClr val="tx1"/>
                </a:solidFill>
                <a:effectLst/>
                <a:latin typeface="Arial" panose="020B0604020202020204" pitchFamily="34" charset="0"/>
              </a:rPr>
              <a:t>capacitive soil moisture sensor</a:t>
            </a:r>
            <a:r>
              <a:rPr kumimoji="0" lang="en-US" altLang="en-US" sz="1800" b="0" i="0" u="none" strike="noStrike" cap="none" normalizeH="0" baseline="0" dirty="0">
                <a:ln>
                  <a:noFill/>
                </a:ln>
                <a:solidFill>
                  <a:schemeClr val="tx1"/>
                </a:solidFill>
                <a:effectLst/>
                <a:latin typeface="Arial" panose="020B0604020202020204" pitchFamily="34" charset="0"/>
              </a:rPr>
              <a:t> to assess ground conductivity.</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Added </a:t>
            </a:r>
            <a:r>
              <a:rPr kumimoji="0" lang="en-US" altLang="en-US" sz="1800" b="1" i="0" u="none" strike="noStrike" cap="none" normalizeH="0" baseline="0" dirty="0">
                <a:ln>
                  <a:noFill/>
                </a:ln>
                <a:solidFill>
                  <a:schemeClr val="tx1"/>
                </a:solidFill>
                <a:effectLst/>
                <a:latin typeface="Arial" panose="020B0604020202020204" pitchFamily="34" charset="0"/>
              </a:rPr>
              <a:t>voltage (ZMPT101B)</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current (ACS712)</a:t>
            </a:r>
            <a:r>
              <a:rPr kumimoji="0" lang="en-US" altLang="en-US" sz="1800" b="0" i="0" u="none" strike="noStrike" cap="none" normalizeH="0" baseline="0" dirty="0">
                <a:ln>
                  <a:noFill/>
                </a:ln>
                <a:solidFill>
                  <a:schemeClr val="tx1"/>
                </a:solidFill>
                <a:effectLst/>
                <a:latin typeface="Arial" panose="020B0604020202020204" pitchFamily="34" charset="0"/>
              </a:rPr>
              <a:t> sensors to detect leakage and fault conditions.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Defined precise threshold values for moisture, voltage, and current to trigger alerts.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Programmed ESP32 using </a:t>
            </a:r>
            <a:r>
              <a:rPr kumimoji="0" lang="en-US" altLang="en-US" sz="1800" b="1" i="0" u="none" strike="noStrike" cap="none" normalizeH="0" baseline="0" dirty="0">
                <a:ln>
                  <a:noFill/>
                </a:ln>
                <a:solidFill>
                  <a:schemeClr val="tx1"/>
                </a:solidFill>
                <a:effectLst/>
                <a:latin typeface="Arial" panose="020B0604020202020204" pitchFamily="34" charset="0"/>
              </a:rPr>
              <a:t>Arduino IDE</a:t>
            </a:r>
            <a:r>
              <a:rPr kumimoji="0" lang="en-US" altLang="en-US" sz="1800" b="0" i="0" u="none" strike="noStrike" cap="none" normalizeH="0" baseline="0" dirty="0">
                <a:ln>
                  <a:noFill/>
                </a:ln>
                <a:solidFill>
                  <a:schemeClr val="tx1"/>
                </a:solidFill>
                <a:effectLst/>
                <a:latin typeface="Arial" panose="020B0604020202020204" pitchFamily="34" charset="0"/>
              </a:rPr>
              <a:t> for continuous sensor monitoring and decision logic.</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Connected to </a:t>
            </a:r>
            <a:r>
              <a:rPr kumimoji="0" lang="en-US" altLang="en-US" sz="1800" b="1" i="0" u="none" strike="noStrike" cap="none" normalizeH="0" baseline="0" dirty="0">
                <a:ln>
                  <a:noFill/>
                </a:ln>
                <a:solidFill>
                  <a:schemeClr val="tx1"/>
                </a:solidFill>
                <a:effectLst/>
                <a:latin typeface="Arial" panose="020B0604020202020204" pitchFamily="34" charset="0"/>
              </a:rPr>
              <a:t>Adafruit IO</a:t>
            </a:r>
            <a:r>
              <a:rPr kumimoji="0" lang="en-US" altLang="en-US" sz="1800" b="0" i="0" u="none" strike="noStrike" cap="none" normalizeH="0" baseline="0" dirty="0">
                <a:ln>
                  <a:noFill/>
                </a:ln>
                <a:solidFill>
                  <a:schemeClr val="tx1"/>
                </a:solidFill>
                <a:effectLst/>
                <a:latin typeface="Arial" panose="020B0604020202020204" pitchFamily="34" charset="0"/>
              </a:rPr>
              <a:t> cloud via MQTT for remote data logging and push notifications.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Implemented </a:t>
            </a:r>
            <a:r>
              <a:rPr kumimoji="0" lang="en-US" altLang="en-US" sz="1800" b="1" i="0" u="none" strike="noStrike" cap="none" normalizeH="0" baseline="0" dirty="0">
                <a:ln>
                  <a:noFill/>
                </a:ln>
                <a:solidFill>
                  <a:schemeClr val="tx1"/>
                </a:solidFill>
                <a:effectLst/>
                <a:latin typeface="Arial" panose="020B0604020202020204" pitchFamily="34" charset="0"/>
              </a:rPr>
              <a:t>buzzer and LED</a:t>
            </a:r>
            <a:r>
              <a:rPr kumimoji="0" lang="en-US" altLang="en-US" sz="1800" b="0" i="0" u="none" strike="noStrike" cap="none" normalizeH="0" baseline="0" dirty="0">
                <a:ln>
                  <a:noFill/>
                </a:ln>
                <a:solidFill>
                  <a:schemeClr val="tx1"/>
                </a:solidFill>
                <a:effectLst/>
                <a:latin typeface="Arial" panose="020B0604020202020204" pitchFamily="34" charset="0"/>
              </a:rPr>
              <a:t> for on-site audible and visual fault alerts.</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Conducted field trials in wet, dry, and moderate soil conditions for real-world validation.</a:t>
            </a: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Achieved </a:t>
            </a:r>
            <a:r>
              <a:rPr kumimoji="0" lang="en-US" altLang="en-US" sz="1800" b="1" i="0" u="none" strike="noStrike" cap="none" normalizeH="0" baseline="0" dirty="0">
                <a:ln>
                  <a:noFill/>
                </a:ln>
                <a:solidFill>
                  <a:schemeClr val="tx1"/>
                </a:solidFill>
                <a:effectLst/>
                <a:latin typeface="Arial" panose="020B0604020202020204" pitchFamily="34" charset="0"/>
              </a:rPr>
              <a:t>100% fault detection accuracy</a:t>
            </a:r>
            <a:r>
              <a:rPr kumimoji="0" lang="en-US" altLang="en-US" sz="1800" b="0" i="0" u="none" strike="noStrike" cap="none" normalizeH="0" baseline="0" dirty="0">
                <a:ln>
                  <a:noFill/>
                </a:ln>
                <a:solidFill>
                  <a:schemeClr val="tx1"/>
                </a:solidFill>
                <a:effectLst/>
                <a:latin typeface="Arial" panose="020B0604020202020204" pitchFamily="34" charset="0"/>
              </a:rPr>
              <a:t> with </a:t>
            </a:r>
            <a:r>
              <a:rPr kumimoji="0" lang="en-US" altLang="en-US" sz="1800" b="1" i="0" u="none" strike="noStrike" cap="none" normalizeH="0" baseline="0" dirty="0">
                <a:ln>
                  <a:noFill/>
                </a:ln>
                <a:solidFill>
                  <a:schemeClr val="tx1"/>
                </a:solidFill>
                <a:effectLst/>
                <a:latin typeface="Arial" panose="020B0604020202020204" pitchFamily="34" charset="0"/>
              </a:rPr>
              <a:t>zero false alarms</a:t>
            </a:r>
            <a:r>
              <a:rPr kumimoji="0" lang="en-US" altLang="en-US" sz="1800" b="0" i="0" u="none" strike="noStrike" cap="none" normalizeH="0" baseline="0" dirty="0">
                <a:ln>
                  <a:noFill/>
                </a:ln>
                <a:solidFill>
                  <a:schemeClr val="tx1"/>
                </a:solidFill>
                <a:effectLst/>
                <a:latin typeface="Arial" panose="020B0604020202020204" pitchFamily="34" charset="0"/>
              </a:rPr>
              <a:t> and &lt;3s response time</a:t>
            </a:r>
          </a:p>
        </p:txBody>
      </p:sp>
    </p:spTree>
    <p:extLst>
      <p:ext uri="{BB962C8B-B14F-4D97-AF65-F5344CB8AC3E}">
        <p14:creationId xmlns:p14="http://schemas.microsoft.com/office/powerpoint/2010/main" val="2484747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554D6-F073-5CBF-1617-E637218F1F35}"/>
              </a:ext>
            </a:extLst>
          </p:cNvPr>
          <p:cNvSpPr>
            <a:spLocks noGrp="1"/>
          </p:cNvSpPr>
          <p:nvPr>
            <p:ph type="title"/>
          </p:nvPr>
        </p:nvSpPr>
        <p:spPr>
          <a:xfrm>
            <a:off x="3615158" y="0"/>
            <a:ext cx="5897649" cy="948990"/>
          </a:xfrm>
        </p:spPr>
        <p:txBody>
          <a:bodyPr vert="horz" lIns="91440" tIns="45720" rIns="91440" bIns="45720" rtlCol="0" anchor="b">
            <a:normAutofit/>
          </a:bodyPr>
          <a:lstStyle/>
          <a:p>
            <a:r>
              <a:rPr lang="en-US" sz="5400" dirty="0">
                <a:solidFill>
                  <a:srgbClr val="DADADA"/>
                </a:solidFill>
              </a:rPr>
              <a:t>   </a:t>
            </a:r>
            <a:r>
              <a:rPr lang="en-US" sz="5400" b="1" i="1" dirty="0"/>
              <a:t>Flow Diagram</a:t>
            </a:r>
          </a:p>
        </p:txBody>
      </p:sp>
      <p:pic>
        <p:nvPicPr>
          <p:cNvPr id="4" name="Picture 3">
            <a:extLst>
              <a:ext uri="{FF2B5EF4-FFF2-40B4-BE49-F238E27FC236}">
                <a16:creationId xmlns:a16="http://schemas.microsoft.com/office/drawing/2014/main" id="{7C97A31B-0FF7-E74B-6651-AB36D2D370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2626" y="1219200"/>
            <a:ext cx="7982712" cy="5321808"/>
          </a:xfrm>
          <a:prstGeom prst="rect">
            <a:avLst/>
          </a:prstGeom>
        </p:spPr>
      </p:pic>
      <p:sp>
        <p:nvSpPr>
          <p:cNvPr id="7" name="Rectangle 6">
            <a:extLst>
              <a:ext uri="{FF2B5EF4-FFF2-40B4-BE49-F238E27FC236}">
                <a16:creationId xmlns:a16="http://schemas.microsoft.com/office/drawing/2014/main" id="{B89183AB-37A9-7440-2205-9CC8E8BC78EA}"/>
              </a:ext>
            </a:extLst>
          </p:cNvPr>
          <p:cNvSpPr/>
          <p:nvPr/>
        </p:nvSpPr>
        <p:spPr>
          <a:xfrm>
            <a:off x="8741664" y="2279904"/>
            <a:ext cx="1182624" cy="207264"/>
          </a:xfrm>
          <a:prstGeom prst="rect">
            <a:avLst/>
          </a:prstGeom>
          <a:solidFill>
            <a:srgbClr val="FFFB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65779521"/>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CA7E6-31A9-F19B-02C0-642219445E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A34DD-2EFF-1D64-DF6E-E5C20F9FC19E}"/>
              </a:ext>
            </a:extLst>
          </p:cNvPr>
          <p:cNvSpPr>
            <a:spLocks noGrp="1"/>
          </p:cNvSpPr>
          <p:nvPr>
            <p:ph type="title"/>
          </p:nvPr>
        </p:nvSpPr>
        <p:spPr>
          <a:xfrm>
            <a:off x="3615158" y="0"/>
            <a:ext cx="5897649" cy="948990"/>
          </a:xfrm>
        </p:spPr>
        <p:txBody>
          <a:bodyPr vert="horz" lIns="91440" tIns="45720" rIns="91440" bIns="45720" rtlCol="0" anchor="b">
            <a:normAutofit/>
          </a:bodyPr>
          <a:lstStyle/>
          <a:p>
            <a:r>
              <a:rPr lang="en-US" sz="5400" b="1" i="1" dirty="0"/>
              <a:t>Circuit Diagram</a:t>
            </a:r>
          </a:p>
        </p:txBody>
      </p:sp>
      <p:pic>
        <p:nvPicPr>
          <p:cNvPr id="4" name="Picture 3">
            <a:extLst>
              <a:ext uri="{FF2B5EF4-FFF2-40B4-BE49-F238E27FC236}">
                <a16:creationId xmlns:a16="http://schemas.microsoft.com/office/drawing/2014/main" id="{C6DC1F2A-323A-0053-88AD-4EC1C60B1DF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854765"/>
            <a:ext cx="12191999" cy="6003235"/>
          </a:xfrm>
          <a:prstGeom prst="rect">
            <a:avLst/>
          </a:prstGeom>
        </p:spPr>
      </p:pic>
      <p:sp>
        <p:nvSpPr>
          <p:cNvPr id="7" name="Rectangle 6">
            <a:extLst>
              <a:ext uri="{FF2B5EF4-FFF2-40B4-BE49-F238E27FC236}">
                <a16:creationId xmlns:a16="http://schemas.microsoft.com/office/drawing/2014/main" id="{3006E1F3-8AD0-21C0-F56C-5C4756545747}"/>
              </a:ext>
            </a:extLst>
          </p:cNvPr>
          <p:cNvSpPr/>
          <p:nvPr/>
        </p:nvSpPr>
        <p:spPr>
          <a:xfrm>
            <a:off x="8741664" y="2279904"/>
            <a:ext cx="1182624" cy="207264"/>
          </a:xfrm>
          <a:prstGeom prst="rect">
            <a:avLst/>
          </a:prstGeom>
          <a:solidFill>
            <a:srgbClr val="FFFB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20326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C8DB-DB14-6CFF-D2A4-58757852DAAF}"/>
              </a:ext>
            </a:extLst>
          </p:cNvPr>
          <p:cNvSpPr>
            <a:spLocks noGrp="1"/>
          </p:cNvSpPr>
          <p:nvPr>
            <p:ph type="title"/>
          </p:nvPr>
        </p:nvSpPr>
        <p:spPr>
          <a:xfrm>
            <a:off x="913795" y="651435"/>
            <a:ext cx="4538741" cy="1676961"/>
          </a:xfrm>
        </p:spPr>
        <p:txBody>
          <a:bodyPr vert="horz" lIns="91440" tIns="45720" rIns="91440" bIns="45720" rtlCol="0" anchor="ctr">
            <a:normAutofit/>
          </a:bodyPr>
          <a:lstStyle/>
          <a:p>
            <a:r>
              <a:rPr lang="en-US" b="1" dirty="0">
                <a:ln>
                  <a:solidFill>
                    <a:srgbClr val="404040">
                      <a:alpha val="10000"/>
                    </a:srgbClr>
                  </a:solidFill>
                </a:ln>
              </a:rPr>
              <a:t>Circuit Working Description</a:t>
            </a:r>
            <a:endParaRPr lang="en-US" dirty="0">
              <a:ln>
                <a:solidFill>
                  <a:srgbClr val="404040">
                    <a:alpha val="10000"/>
                  </a:srgbClr>
                </a:solidFill>
              </a:ln>
            </a:endParaRPr>
          </a:p>
        </p:txBody>
      </p:sp>
      <p:sp>
        <p:nvSpPr>
          <p:cNvPr id="3" name="TextBox 2">
            <a:extLst>
              <a:ext uri="{FF2B5EF4-FFF2-40B4-BE49-F238E27FC236}">
                <a16:creationId xmlns:a16="http://schemas.microsoft.com/office/drawing/2014/main" id="{224146CB-FE82-D4B2-B02C-4D5441400AE4}"/>
              </a:ext>
            </a:extLst>
          </p:cNvPr>
          <p:cNvSpPr txBox="1"/>
          <p:nvPr/>
        </p:nvSpPr>
        <p:spPr>
          <a:xfrm>
            <a:off x="913795" y="2420471"/>
            <a:ext cx="4538741" cy="337072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spcBef>
                <a:spcPct val="20000"/>
              </a:spcBef>
              <a:spcAft>
                <a:spcPts val="600"/>
              </a:spcAft>
              <a:buClr>
                <a:schemeClr val="tx2"/>
              </a:buClr>
              <a:buSzPct val="70000"/>
              <a:buFont typeface="Wingdings 2" charset="2"/>
            </a:pPr>
            <a:r>
              <a:rPr lang="en-US" b="1" dirty="0">
                <a:ln>
                  <a:solidFill>
                    <a:srgbClr val="404040">
                      <a:alpha val="10000"/>
                    </a:srgbClr>
                  </a:solidFill>
                </a:ln>
                <a:effectLst>
                  <a:outerShdw blurRad="9525" dist="25400" dir="14640000" algn="tl" rotWithShape="0">
                    <a:schemeClr val="bg1">
                      <a:alpha val="30000"/>
                    </a:schemeClr>
                  </a:outerShdw>
                </a:effectLst>
              </a:rPr>
              <a:t>Circuit Working Description</a:t>
            </a:r>
            <a:r>
              <a:rPr lang="en-US" dirty="0">
                <a:ln>
                  <a:solidFill>
                    <a:srgbClr val="404040">
                      <a:alpha val="10000"/>
                    </a:srgbClr>
                  </a:solidFill>
                </a:ln>
                <a:effectLst>
                  <a:outerShdw blurRad="9525" dist="25400" dir="14640000" algn="tl" rotWithShape="0">
                    <a:schemeClr val="bg1">
                      <a:alpha val="30000"/>
                    </a:schemeClr>
                  </a:outerShdw>
                </a:effectLst>
              </a:rPr>
              <a:t>​</a:t>
            </a:r>
          </a:p>
          <a:p>
            <a:pPr marL="285750" indent="-285750">
              <a:spcBef>
                <a:spcPct val="20000"/>
              </a:spcBef>
              <a:spcAft>
                <a:spcPts val="600"/>
              </a:spcAft>
              <a:buClr>
                <a:schemeClr val="tx2"/>
              </a:buClr>
              <a:buSzPct val="70000"/>
              <a:buFont typeface="Wingdings 2" charset="2"/>
              <a:buChar char="Ø"/>
            </a:pPr>
            <a:r>
              <a:rPr lang="en-US" dirty="0">
                <a:ln>
                  <a:solidFill>
                    <a:srgbClr val="404040">
                      <a:alpha val="10000"/>
                    </a:srgbClr>
                  </a:solidFill>
                </a:ln>
                <a:effectLst>
                  <a:outerShdw blurRad="9525" dist="25400" dir="14640000" algn="tl" rotWithShape="0">
                    <a:schemeClr val="bg1">
                      <a:alpha val="30000"/>
                    </a:schemeClr>
                  </a:outerShdw>
                </a:effectLst>
              </a:rPr>
              <a:t>Sensors detect critical parameters.​</a:t>
            </a:r>
          </a:p>
          <a:p>
            <a:pPr marL="285750" indent="-285750">
              <a:spcBef>
                <a:spcPct val="20000"/>
              </a:spcBef>
              <a:spcAft>
                <a:spcPts val="600"/>
              </a:spcAft>
              <a:buClr>
                <a:schemeClr val="tx2"/>
              </a:buClr>
              <a:buSzPct val="70000"/>
              <a:buFont typeface="Wingdings 2" charset="2"/>
              <a:buChar char="Ø"/>
            </a:pPr>
            <a:r>
              <a:rPr lang="en-US" dirty="0">
                <a:ln>
                  <a:solidFill>
                    <a:srgbClr val="404040">
                      <a:alpha val="10000"/>
                    </a:srgbClr>
                  </a:solidFill>
                </a:ln>
                <a:effectLst>
                  <a:outerShdw blurRad="9525" dist="25400" dir="14640000" algn="tl" rotWithShape="0">
                    <a:schemeClr val="bg1">
                      <a:alpha val="30000"/>
                    </a:schemeClr>
                  </a:outerShdw>
                </a:effectLst>
              </a:rPr>
              <a:t>Microcontroller processes and analyses sensor data.​</a:t>
            </a:r>
          </a:p>
          <a:p>
            <a:pPr marL="285750" indent="-285750">
              <a:spcBef>
                <a:spcPct val="20000"/>
              </a:spcBef>
              <a:spcAft>
                <a:spcPts val="600"/>
              </a:spcAft>
              <a:buClr>
                <a:schemeClr val="tx2"/>
              </a:buClr>
              <a:buSzPct val="70000"/>
              <a:buFont typeface="Wingdings 2" charset="2"/>
              <a:buChar char="Ø"/>
            </a:pPr>
            <a:r>
              <a:rPr lang="en-US" dirty="0">
                <a:ln>
                  <a:solidFill>
                    <a:srgbClr val="404040">
                      <a:alpha val="10000"/>
                    </a:srgbClr>
                  </a:solidFill>
                </a:ln>
                <a:effectLst>
                  <a:outerShdw blurRad="9525" dist="25400" dir="14640000" algn="tl" rotWithShape="0">
                    <a:schemeClr val="bg1">
                      <a:alpha val="30000"/>
                    </a:schemeClr>
                  </a:outerShdw>
                </a:effectLst>
              </a:rPr>
              <a:t>Fault conditions trigger alerts via IoT modules.​</a:t>
            </a:r>
          </a:p>
          <a:p>
            <a:pPr marL="285750" indent="-285750">
              <a:spcBef>
                <a:spcPct val="20000"/>
              </a:spcBef>
              <a:spcAft>
                <a:spcPts val="600"/>
              </a:spcAft>
              <a:buClr>
                <a:schemeClr val="tx2"/>
              </a:buClr>
              <a:buSzPct val="70000"/>
              <a:buFont typeface="Wingdings 2" charset="2"/>
              <a:buChar char="Ø"/>
            </a:pPr>
            <a:r>
              <a:rPr lang="en-US" dirty="0">
                <a:ln>
                  <a:solidFill>
                    <a:srgbClr val="404040">
                      <a:alpha val="10000"/>
                    </a:srgbClr>
                  </a:solidFill>
                </a:ln>
                <a:effectLst>
                  <a:outerShdw blurRad="9525" dist="25400" dir="14640000" algn="tl" rotWithShape="0">
                    <a:schemeClr val="bg1">
                      <a:alpha val="30000"/>
                    </a:schemeClr>
                  </a:outerShdw>
                </a:effectLst>
              </a:rPr>
              <a:t>Power supply from solar panels ensures 24/7 operation.</a:t>
            </a:r>
          </a:p>
        </p:txBody>
      </p:sp>
      <p:pic>
        <p:nvPicPr>
          <p:cNvPr id="7" name="Graphic 6" descr="Gears">
            <a:extLst>
              <a:ext uri="{FF2B5EF4-FFF2-40B4-BE49-F238E27FC236}">
                <a16:creationId xmlns:a16="http://schemas.microsoft.com/office/drawing/2014/main" id="{960241AB-4E48-48CD-100F-AF019CB77C3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62661" y="1438360"/>
            <a:ext cx="3835314" cy="3835314"/>
          </a:xfrm>
          <a:prstGeom prst="rect">
            <a:avLst/>
          </a:prstGeom>
        </p:spPr>
      </p:pic>
    </p:spTree>
    <p:extLst>
      <p:ext uri="{BB962C8B-B14F-4D97-AF65-F5344CB8AC3E}">
        <p14:creationId xmlns:p14="http://schemas.microsoft.com/office/powerpoint/2010/main" val="651578712"/>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7FE2B-9D02-E1FE-C07E-261C17A16E71}"/>
              </a:ext>
            </a:extLst>
          </p:cNvPr>
          <p:cNvSpPr>
            <a:spLocks noGrp="1"/>
          </p:cNvSpPr>
          <p:nvPr>
            <p:ph type="title"/>
          </p:nvPr>
        </p:nvSpPr>
        <p:spPr>
          <a:xfrm>
            <a:off x="861791" y="835383"/>
            <a:ext cx="3382832" cy="1559025"/>
          </a:xfrm>
        </p:spPr>
        <p:txBody>
          <a:bodyPr vert="horz" lIns="91440" tIns="45720" rIns="91440" bIns="45720" rtlCol="0" anchor="b">
            <a:normAutofit/>
          </a:bodyPr>
          <a:lstStyle/>
          <a:p>
            <a:pPr algn="l"/>
            <a:r>
              <a:rPr lang="en-US" sz="4200" dirty="0">
                <a:ln>
                  <a:solidFill>
                    <a:prstClr val="black">
                      <a:lumMod val="75000"/>
                      <a:lumOff val="25000"/>
                      <a:alpha val="10000"/>
                    </a:prstClr>
                  </a:solidFill>
                </a:ln>
                <a:effectLst>
                  <a:outerShdw blurRad="9525" dist="25400" dir="14640000" algn="tl" rotWithShape="0">
                    <a:prstClr val="black">
                      <a:alpha val="30000"/>
                    </a:prstClr>
                  </a:outerShdw>
                </a:effectLst>
              </a:rPr>
              <a:t>Course of Operation</a:t>
            </a:r>
          </a:p>
        </p:txBody>
      </p:sp>
      <p:pic>
        <p:nvPicPr>
          <p:cNvPr id="3" name="Picture 2" descr="A screenshot of a computer&#10;&#10;Description automatically generated">
            <a:extLst>
              <a:ext uri="{FF2B5EF4-FFF2-40B4-BE49-F238E27FC236}">
                <a16:creationId xmlns:a16="http://schemas.microsoft.com/office/drawing/2014/main" id="{F4AEF6EB-67FF-F865-B434-818ADA491DC3}"/>
              </a:ext>
            </a:extLst>
          </p:cNvPr>
          <p:cNvPicPr>
            <a:picLocks noChangeAspect="1"/>
          </p:cNvPicPr>
          <p:nvPr/>
        </p:nvPicPr>
        <p:blipFill>
          <a:blip r:embed="rId5"/>
          <a:srcRect t="12657" r="-2" b="-2"/>
          <a:stretch/>
        </p:blipFill>
        <p:spPr>
          <a:xfrm>
            <a:off x="4654297" y="10"/>
            <a:ext cx="7537704" cy="6857990"/>
          </a:xfrm>
          <a:prstGeom prst="rect">
            <a:avLst/>
          </a:prstGeom>
        </p:spPr>
      </p:pic>
      <p:pic>
        <p:nvPicPr>
          <p:cNvPr id="4" name="Demo">
            <a:hlinkClick r:id="" action="ppaction://media"/>
            <a:extLst>
              <a:ext uri="{FF2B5EF4-FFF2-40B4-BE49-F238E27FC236}">
                <a16:creationId xmlns:a16="http://schemas.microsoft.com/office/drawing/2014/main" id="{1B4D0D61-9F04-C8D4-B904-C2CD511A01A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255345" y="0"/>
            <a:ext cx="7936655" cy="6857990"/>
          </a:xfrm>
          <a:prstGeom prst="rect">
            <a:avLst/>
          </a:prstGeom>
        </p:spPr>
      </p:pic>
    </p:spTree>
    <p:extLst>
      <p:ext uri="{BB962C8B-B14F-4D97-AF65-F5344CB8AC3E}">
        <p14:creationId xmlns:p14="http://schemas.microsoft.com/office/powerpoint/2010/main" val="2047804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298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39315-2088-81B9-B4EA-F95CA2E3194D}"/>
              </a:ext>
            </a:extLst>
          </p:cNvPr>
          <p:cNvSpPr>
            <a:spLocks noGrp="1"/>
          </p:cNvSpPr>
          <p:nvPr>
            <p:ph type="title"/>
          </p:nvPr>
        </p:nvSpPr>
        <p:spPr/>
        <p:txBody>
          <a:bodyPr>
            <a:normAutofit/>
          </a:bodyPr>
          <a:lstStyle/>
          <a:p>
            <a:r>
              <a:rPr lang="en-US" dirty="0">
                <a:ln>
                  <a:solidFill>
                    <a:prstClr val="black">
                      <a:lumMod val="75000"/>
                      <a:lumOff val="25000"/>
                      <a:alpha val="10000"/>
                    </a:prstClr>
                  </a:solidFill>
                </a:ln>
                <a:effectLst>
                  <a:outerShdw blurRad="9525" dist="25400" dir="14640000" algn="tl" rotWithShape="0">
                    <a:prstClr val="black">
                      <a:alpha val="30000"/>
                    </a:prstClr>
                  </a:outerShdw>
                </a:effectLst>
              </a:rPr>
              <a:t>Hardware Component</a:t>
            </a:r>
            <a:endParaRPr lang="en-US" dirty="0"/>
          </a:p>
        </p:txBody>
      </p:sp>
      <p:graphicFrame>
        <p:nvGraphicFramePr>
          <p:cNvPr id="5" name="Content Placeholder 2">
            <a:extLst>
              <a:ext uri="{FF2B5EF4-FFF2-40B4-BE49-F238E27FC236}">
                <a16:creationId xmlns:a16="http://schemas.microsoft.com/office/drawing/2014/main" id="{69E49E05-3EC4-24D0-677E-2FB285B26D03}"/>
              </a:ext>
            </a:extLst>
          </p:cNvPr>
          <p:cNvGraphicFramePr>
            <a:graphicFrameLocks noGrp="1"/>
          </p:cNvGraphicFramePr>
          <p:nvPr>
            <p:ph idx="1"/>
            <p:extLst>
              <p:ext uri="{D42A27DB-BD31-4B8C-83A1-F6EECF244321}">
                <p14:modId xmlns:p14="http://schemas.microsoft.com/office/powerpoint/2010/main" val="1200611937"/>
              </p:ext>
            </p:extLst>
          </p:nvPr>
        </p:nvGraphicFramePr>
        <p:xfrm>
          <a:off x="914400" y="1892830"/>
          <a:ext cx="10353675" cy="38983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82836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9A894EB6-2E16-E5BE-9C6E-428DF1C5CD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EF185-DEA6-4C3B-26D2-3310C7DBE77A}"/>
              </a:ext>
            </a:extLst>
          </p:cNvPr>
          <p:cNvSpPr>
            <a:spLocks noGrp="1"/>
          </p:cNvSpPr>
          <p:nvPr>
            <p:ph type="title"/>
          </p:nvPr>
        </p:nvSpPr>
        <p:spPr/>
        <p:txBody>
          <a:bodyPr vert="horz" lIns="91440" tIns="45720" rIns="91440" bIns="45720" rtlCol="0" anchor="ctr">
            <a:normAutofit/>
          </a:bodyPr>
          <a:lstStyle/>
          <a:p>
            <a:pPr>
              <a:lnSpc>
                <a:spcPct val="90000"/>
              </a:lnSpc>
            </a:pPr>
            <a:r>
              <a:rPr lang="en-US" sz="3100" b="1"/>
              <a:t>Cost Estimation</a:t>
            </a:r>
            <a:br>
              <a:rPr lang="en-US" sz="3100" b="1"/>
            </a:br>
            <a:endParaRPr lang="en-US" sz="3100"/>
          </a:p>
        </p:txBody>
      </p:sp>
      <p:graphicFrame>
        <p:nvGraphicFramePr>
          <p:cNvPr id="3" name="Table 2">
            <a:extLst>
              <a:ext uri="{FF2B5EF4-FFF2-40B4-BE49-F238E27FC236}">
                <a16:creationId xmlns:a16="http://schemas.microsoft.com/office/drawing/2014/main" id="{90BCE6D1-9EF5-D516-8214-A12DC94B2FF6}"/>
              </a:ext>
            </a:extLst>
          </p:cNvPr>
          <p:cNvGraphicFramePr>
            <a:graphicFrameLocks noGrp="1"/>
          </p:cNvGraphicFramePr>
          <p:nvPr>
            <p:extLst>
              <p:ext uri="{D42A27DB-BD31-4B8C-83A1-F6EECF244321}">
                <p14:modId xmlns:p14="http://schemas.microsoft.com/office/powerpoint/2010/main" val="1475111407"/>
              </p:ext>
            </p:extLst>
          </p:nvPr>
        </p:nvGraphicFramePr>
        <p:xfrm>
          <a:off x="1030288" y="2065867"/>
          <a:ext cx="10131424" cy="3413760"/>
        </p:xfrm>
        <a:graphic>
          <a:graphicData uri="http://schemas.openxmlformats.org/drawingml/2006/table">
            <a:tbl>
              <a:tblPr/>
              <a:tblGrid>
                <a:gridCol w="2692267">
                  <a:extLst>
                    <a:ext uri="{9D8B030D-6E8A-4147-A177-3AD203B41FA5}">
                      <a16:colId xmlns:a16="http://schemas.microsoft.com/office/drawing/2014/main" val="3155542232"/>
                    </a:ext>
                  </a:extLst>
                </a:gridCol>
                <a:gridCol w="2479719">
                  <a:extLst>
                    <a:ext uri="{9D8B030D-6E8A-4147-A177-3AD203B41FA5}">
                      <a16:colId xmlns:a16="http://schemas.microsoft.com/office/drawing/2014/main" val="2114495153"/>
                    </a:ext>
                  </a:extLst>
                </a:gridCol>
                <a:gridCol w="2479719">
                  <a:extLst>
                    <a:ext uri="{9D8B030D-6E8A-4147-A177-3AD203B41FA5}">
                      <a16:colId xmlns:a16="http://schemas.microsoft.com/office/drawing/2014/main" val="263029238"/>
                    </a:ext>
                  </a:extLst>
                </a:gridCol>
                <a:gridCol w="2479719">
                  <a:extLst>
                    <a:ext uri="{9D8B030D-6E8A-4147-A177-3AD203B41FA5}">
                      <a16:colId xmlns:a16="http://schemas.microsoft.com/office/drawing/2014/main" val="3820462306"/>
                    </a:ext>
                  </a:extLst>
                </a:gridCol>
              </a:tblGrid>
              <a:tr h="0">
                <a:tc>
                  <a:txBody>
                    <a:bodyPr/>
                    <a:lstStyle/>
                    <a:p>
                      <a:pPr algn="l"/>
                      <a:r>
                        <a:rPr lang="en-IN" b="1">
                          <a:solidFill>
                            <a:srgbClr val="F5F5F5"/>
                          </a:solidFill>
                          <a:effectLst/>
                        </a:rPr>
                        <a:t>Component</a:t>
                      </a:r>
                    </a:p>
                  </a:txBody>
                  <a:tcPr marR="76200" marT="76200" marB="76200" anchor="ctr">
                    <a:lnL>
                      <a:noFill/>
                    </a:lnL>
                    <a:lnR>
                      <a:noFill/>
                    </a:lnR>
                    <a:lnT>
                      <a:noFill/>
                    </a:lnT>
                    <a:lnB w="6096" cap="flat" cmpd="sng" algn="ctr">
                      <a:solidFill>
                        <a:srgbClr val="8B8B8B"/>
                      </a:solidFill>
                      <a:prstDash val="solid"/>
                      <a:round/>
                      <a:headEnd type="none" w="med" len="med"/>
                      <a:tailEnd type="none" w="med" len="med"/>
                    </a:lnB>
                    <a:solidFill>
                      <a:srgbClr val="292A2D"/>
                    </a:solidFill>
                  </a:tcPr>
                </a:tc>
                <a:tc>
                  <a:txBody>
                    <a:bodyPr/>
                    <a:lstStyle/>
                    <a:p>
                      <a:pPr algn="l"/>
                      <a:r>
                        <a:rPr lang="en-IN" b="1">
                          <a:solidFill>
                            <a:srgbClr val="F5F5F5"/>
                          </a:solidFill>
                          <a:effectLst/>
                        </a:rPr>
                        <a:t>Qty</a:t>
                      </a:r>
                    </a:p>
                  </a:txBody>
                  <a:tcPr marL="76200" marR="76200" marT="76200" marB="76200" anchor="ctr">
                    <a:lnL>
                      <a:noFill/>
                    </a:lnL>
                    <a:lnR>
                      <a:noFill/>
                    </a:lnR>
                    <a:lnT>
                      <a:noFill/>
                    </a:lnT>
                    <a:lnB w="6096" cap="flat" cmpd="sng" algn="ctr">
                      <a:solidFill>
                        <a:srgbClr val="8B8B8B"/>
                      </a:solidFill>
                      <a:prstDash val="solid"/>
                      <a:round/>
                      <a:headEnd type="none" w="med" len="med"/>
                      <a:tailEnd type="none" w="med" len="med"/>
                    </a:lnB>
                    <a:solidFill>
                      <a:srgbClr val="292A2D"/>
                    </a:solidFill>
                  </a:tcPr>
                </a:tc>
                <a:tc>
                  <a:txBody>
                    <a:bodyPr/>
                    <a:lstStyle/>
                    <a:p>
                      <a:pPr algn="l"/>
                      <a:r>
                        <a:rPr lang="en-IN" b="1">
                          <a:solidFill>
                            <a:srgbClr val="F5F5F5"/>
                          </a:solidFill>
                          <a:effectLst/>
                        </a:rPr>
                        <a:t>Unit Price (₹)</a:t>
                      </a:r>
                    </a:p>
                  </a:txBody>
                  <a:tcPr marL="76200" marR="76200" marT="76200" marB="76200" anchor="ctr">
                    <a:lnL>
                      <a:noFill/>
                    </a:lnL>
                    <a:lnR>
                      <a:noFill/>
                    </a:lnR>
                    <a:lnT>
                      <a:noFill/>
                    </a:lnT>
                    <a:lnB w="6096" cap="flat" cmpd="sng" algn="ctr">
                      <a:solidFill>
                        <a:srgbClr val="8B8B8B"/>
                      </a:solidFill>
                      <a:prstDash val="solid"/>
                      <a:round/>
                      <a:headEnd type="none" w="med" len="med"/>
                      <a:tailEnd type="none" w="med" len="med"/>
                    </a:lnB>
                    <a:solidFill>
                      <a:srgbClr val="292A2D"/>
                    </a:solidFill>
                  </a:tcPr>
                </a:tc>
                <a:tc>
                  <a:txBody>
                    <a:bodyPr/>
                    <a:lstStyle/>
                    <a:p>
                      <a:pPr algn="l"/>
                      <a:r>
                        <a:rPr lang="en-IN" b="1">
                          <a:solidFill>
                            <a:srgbClr val="F5F5F5"/>
                          </a:solidFill>
                          <a:effectLst/>
                        </a:rPr>
                        <a:t>Total (₹)</a:t>
                      </a:r>
                    </a:p>
                  </a:txBody>
                  <a:tcPr marL="76200" marR="76200" marT="76200" marB="76200" anchor="ctr">
                    <a:lnL>
                      <a:noFill/>
                    </a:lnL>
                    <a:lnR>
                      <a:noFill/>
                    </a:lnR>
                    <a:lnT>
                      <a:noFill/>
                    </a:lnT>
                    <a:lnB w="6096" cap="flat" cmpd="sng" algn="ctr">
                      <a:solidFill>
                        <a:srgbClr val="8B8B8B"/>
                      </a:solidFill>
                      <a:prstDash val="solid"/>
                      <a:round/>
                      <a:headEnd type="none" w="med" len="med"/>
                      <a:tailEnd type="none" w="med" len="med"/>
                    </a:lnB>
                    <a:solidFill>
                      <a:srgbClr val="292A2D"/>
                    </a:solidFill>
                  </a:tcPr>
                </a:tc>
                <a:extLst>
                  <a:ext uri="{0D108BD9-81ED-4DB2-BD59-A6C34878D82A}">
                    <a16:rowId xmlns:a16="http://schemas.microsoft.com/office/drawing/2014/main" val="1255709725"/>
                  </a:ext>
                </a:extLst>
              </a:tr>
              <a:tr h="0">
                <a:tc>
                  <a:txBody>
                    <a:bodyPr/>
                    <a:lstStyle/>
                    <a:p>
                      <a:r>
                        <a:rPr lang="en-IN">
                          <a:effectLst/>
                        </a:rPr>
                        <a:t>ESP32-WROOM</a:t>
                      </a:r>
                    </a:p>
                  </a:txBody>
                  <a:tcPr marR="76200" marT="76200" marB="76200" anchor="ctr">
                    <a:lnL>
                      <a:noFill/>
                    </a:lnL>
                    <a:lnR>
                      <a:noFill/>
                    </a:lnR>
                    <a:lnT w="6096" cap="flat" cmpd="sng" algn="ctr">
                      <a:solidFill>
                        <a:srgbClr val="8B8B8B"/>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a:effectLst/>
                        </a:rPr>
                        <a:t>1</a:t>
                      </a:r>
                    </a:p>
                  </a:txBody>
                  <a:tcPr marL="76200" marR="76200" marT="76200" marB="76200" anchor="ctr">
                    <a:lnL>
                      <a:noFill/>
                    </a:lnL>
                    <a:lnR>
                      <a:noFill/>
                    </a:lnR>
                    <a:lnT w="6096" cap="flat" cmpd="sng" algn="ctr">
                      <a:solidFill>
                        <a:srgbClr val="8B8B8B"/>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a:effectLst/>
                        </a:rPr>
                        <a:t>600</a:t>
                      </a:r>
                    </a:p>
                  </a:txBody>
                  <a:tcPr marL="76200" marR="76200" marT="76200" marB="76200" anchor="ctr">
                    <a:lnL>
                      <a:noFill/>
                    </a:lnL>
                    <a:lnR>
                      <a:noFill/>
                    </a:lnR>
                    <a:lnT w="6096" cap="flat" cmpd="sng" algn="ctr">
                      <a:solidFill>
                        <a:srgbClr val="8B8B8B"/>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a:effectLst/>
                        </a:rPr>
                        <a:t>600</a:t>
                      </a:r>
                    </a:p>
                  </a:txBody>
                  <a:tcPr marL="76200" marR="76200" marT="76200" marB="76200" anchor="ctr">
                    <a:lnL>
                      <a:noFill/>
                    </a:lnL>
                    <a:lnR>
                      <a:noFill/>
                    </a:lnR>
                    <a:lnT w="6096" cap="flat" cmpd="sng" algn="ctr">
                      <a:solidFill>
                        <a:srgbClr val="8B8B8B"/>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extLst>
                  <a:ext uri="{0D108BD9-81ED-4DB2-BD59-A6C34878D82A}">
                    <a16:rowId xmlns:a16="http://schemas.microsoft.com/office/drawing/2014/main" val="3144109275"/>
                  </a:ext>
                </a:extLst>
              </a:tr>
              <a:tr h="0">
                <a:tc>
                  <a:txBody>
                    <a:bodyPr/>
                    <a:lstStyle/>
                    <a:p>
                      <a:r>
                        <a:rPr lang="en-IN">
                          <a:effectLst/>
                        </a:rPr>
                        <a:t>Soil Moisture Sensor</a:t>
                      </a:r>
                    </a:p>
                  </a:txBody>
                  <a:tcPr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dirty="0">
                          <a:effectLst/>
                        </a:rPr>
                        <a:t>1</a:t>
                      </a: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a:effectLst/>
                        </a:rPr>
                        <a:t>900</a:t>
                      </a: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dirty="0">
                          <a:effectLst/>
                        </a:rPr>
                        <a:t>900</a:t>
                      </a: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extLst>
                  <a:ext uri="{0D108BD9-81ED-4DB2-BD59-A6C34878D82A}">
                    <a16:rowId xmlns:a16="http://schemas.microsoft.com/office/drawing/2014/main" val="2794734707"/>
                  </a:ext>
                </a:extLst>
              </a:tr>
              <a:tr h="0">
                <a:tc>
                  <a:txBody>
                    <a:bodyPr/>
                    <a:lstStyle/>
                    <a:p>
                      <a:r>
                        <a:rPr lang="en-IN" dirty="0">
                          <a:effectLst/>
                        </a:rPr>
                        <a:t>ACS712 Current Sensor</a:t>
                      </a:r>
                    </a:p>
                  </a:txBody>
                  <a:tcPr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dirty="0">
                          <a:effectLst/>
                        </a:rPr>
                        <a:t>1</a:t>
                      </a: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dirty="0">
                          <a:effectLst/>
                        </a:rPr>
                        <a:t>350</a:t>
                      </a: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dirty="0">
                          <a:effectLst/>
                        </a:rPr>
                        <a:t>350</a:t>
                      </a: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extLst>
                  <a:ext uri="{0D108BD9-81ED-4DB2-BD59-A6C34878D82A}">
                    <a16:rowId xmlns:a16="http://schemas.microsoft.com/office/drawing/2014/main" val="3226594064"/>
                  </a:ext>
                </a:extLst>
              </a:tr>
              <a:tr h="0">
                <a:tc>
                  <a:txBody>
                    <a:bodyPr/>
                    <a:lstStyle/>
                    <a:p>
                      <a:r>
                        <a:rPr lang="en-IN" dirty="0">
                          <a:effectLst/>
                        </a:rPr>
                        <a:t>ZMPT101B Voltage Sensor</a:t>
                      </a:r>
                    </a:p>
                  </a:txBody>
                  <a:tcPr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a:effectLst/>
                        </a:rPr>
                        <a:t>1</a:t>
                      </a: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dirty="0">
                          <a:effectLst/>
                        </a:rPr>
                        <a:t>300</a:t>
                      </a: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dirty="0">
                          <a:effectLst/>
                        </a:rPr>
                        <a:t>300</a:t>
                      </a: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extLst>
                  <a:ext uri="{0D108BD9-81ED-4DB2-BD59-A6C34878D82A}">
                    <a16:rowId xmlns:a16="http://schemas.microsoft.com/office/drawing/2014/main" val="645363842"/>
                  </a:ext>
                </a:extLst>
              </a:tr>
              <a:tr h="0">
                <a:tc>
                  <a:txBody>
                    <a:bodyPr/>
                    <a:lstStyle/>
                    <a:p>
                      <a:r>
                        <a:rPr lang="en-IN" dirty="0">
                          <a:effectLst/>
                        </a:rPr>
                        <a:t> Charger+ cable + Bulb</a:t>
                      </a:r>
                    </a:p>
                  </a:txBody>
                  <a:tcPr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a:effectLst/>
                        </a:rPr>
                        <a:t>1</a:t>
                      </a: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dirty="0">
                          <a:effectLst/>
                        </a:rPr>
                        <a:t>350</a:t>
                      </a: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a:effectLst/>
                        </a:rPr>
                        <a:t>300</a:t>
                      </a: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extLst>
                  <a:ext uri="{0D108BD9-81ED-4DB2-BD59-A6C34878D82A}">
                    <a16:rowId xmlns:a16="http://schemas.microsoft.com/office/drawing/2014/main" val="2675948490"/>
                  </a:ext>
                </a:extLst>
              </a:tr>
              <a:tr h="0">
                <a:tc>
                  <a:txBody>
                    <a:bodyPr/>
                    <a:lstStyle/>
                    <a:p>
                      <a:r>
                        <a:rPr lang="en-IN" dirty="0">
                          <a:effectLst/>
                        </a:rPr>
                        <a:t>Miscellaneous</a:t>
                      </a:r>
                    </a:p>
                  </a:txBody>
                  <a:tcPr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endParaRPr lang="en-IN" dirty="0">
                        <a:effectLst/>
                      </a:endParaRP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dirty="0">
                          <a:effectLst/>
                        </a:rPr>
                        <a:t>2000</a:t>
                      </a: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dirty="0">
                          <a:effectLst/>
                        </a:rPr>
                        <a:t>2000</a:t>
                      </a: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extLst>
                  <a:ext uri="{0D108BD9-81ED-4DB2-BD59-A6C34878D82A}">
                    <a16:rowId xmlns:a16="http://schemas.microsoft.com/office/drawing/2014/main" val="1951399583"/>
                  </a:ext>
                </a:extLst>
              </a:tr>
              <a:tr h="0">
                <a:tc>
                  <a:txBody>
                    <a:bodyPr/>
                    <a:lstStyle/>
                    <a:p>
                      <a:r>
                        <a:rPr lang="en-IN" b="1" dirty="0">
                          <a:effectLst/>
                        </a:rPr>
                        <a:t>Subtotal</a:t>
                      </a:r>
                      <a:endParaRPr lang="en-IN" dirty="0">
                        <a:effectLst/>
                      </a:endParaRPr>
                    </a:p>
                  </a:txBody>
                  <a:tcPr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endParaRPr lang="en-IN">
                        <a:effectLst/>
                      </a:endParaRP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endParaRPr lang="en-IN">
                        <a:effectLst/>
                      </a:endParaRP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tc>
                  <a:txBody>
                    <a:bodyPr/>
                    <a:lstStyle/>
                    <a:p>
                      <a:r>
                        <a:rPr lang="en-IN" b="1" dirty="0">
                          <a:effectLst/>
                        </a:rPr>
                        <a:t>4,450</a:t>
                      </a:r>
                      <a:endParaRPr lang="en-IN" dirty="0">
                        <a:effectLst/>
                      </a:endParaRPr>
                    </a:p>
                  </a:txBody>
                  <a:tcPr marL="76200" marR="76200" marT="76200" marB="76200" anchor="ctr">
                    <a:lnL>
                      <a:noFill/>
                    </a:lnL>
                    <a:lnR>
                      <a:noFill/>
                    </a:lnR>
                    <a:lnT w="6096" cap="flat" cmpd="sng" algn="ctr">
                      <a:solidFill>
                        <a:srgbClr val="525252"/>
                      </a:solidFill>
                      <a:prstDash val="solid"/>
                      <a:round/>
                      <a:headEnd type="none" w="med" len="med"/>
                      <a:tailEnd type="none" w="med" len="med"/>
                    </a:lnT>
                    <a:lnB w="6096" cap="flat" cmpd="sng" algn="ctr">
                      <a:solidFill>
                        <a:srgbClr val="525252"/>
                      </a:solidFill>
                      <a:prstDash val="solid"/>
                      <a:round/>
                      <a:headEnd type="none" w="med" len="med"/>
                      <a:tailEnd type="none" w="med" len="med"/>
                    </a:lnB>
                    <a:solidFill>
                      <a:srgbClr val="292A2D"/>
                    </a:solidFill>
                  </a:tcPr>
                </a:tc>
                <a:extLst>
                  <a:ext uri="{0D108BD9-81ED-4DB2-BD59-A6C34878D82A}">
                    <a16:rowId xmlns:a16="http://schemas.microsoft.com/office/drawing/2014/main" val="783744086"/>
                  </a:ext>
                </a:extLst>
              </a:tr>
            </a:tbl>
          </a:graphicData>
        </a:graphic>
      </p:graphicFrame>
    </p:spTree>
    <p:extLst>
      <p:ext uri="{BB962C8B-B14F-4D97-AF65-F5344CB8AC3E}">
        <p14:creationId xmlns:p14="http://schemas.microsoft.com/office/powerpoint/2010/main" val="4610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DDF768F2-BB65-2080-9098-EFBA1BB596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52FB5-C092-EFAC-97CE-DC329A0048C1}"/>
              </a:ext>
            </a:extLst>
          </p:cNvPr>
          <p:cNvSpPr>
            <a:spLocks noGrp="1"/>
          </p:cNvSpPr>
          <p:nvPr>
            <p:ph type="title"/>
          </p:nvPr>
        </p:nvSpPr>
        <p:spPr>
          <a:xfrm>
            <a:off x="633743" y="609599"/>
            <a:ext cx="3413156" cy="5273675"/>
          </a:xfrm>
        </p:spPr>
        <p:txBody>
          <a:bodyPr vert="horz" lIns="91440" tIns="45720" rIns="91440" bIns="45720" rtlCol="0" anchor="ctr">
            <a:normAutofit/>
          </a:bodyPr>
          <a:lstStyle/>
          <a:p>
            <a:r>
              <a:rPr lang="en-US" b="1"/>
              <a:t>Challenges and Risks</a:t>
            </a:r>
            <a:br>
              <a:rPr lang="en-US" b="1"/>
            </a:br>
            <a:endParaRPr lang="en-US"/>
          </a:p>
        </p:txBody>
      </p:sp>
      <p:graphicFrame>
        <p:nvGraphicFramePr>
          <p:cNvPr id="13" name="TextBox 3">
            <a:extLst>
              <a:ext uri="{FF2B5EF4-FFF2-40B4-BE49-F238E27FC236}">
                <a16:creationId xmlns:a16="http://schemas.microsoft.com/office/drawing/2014/main" id="{89F0CC40-6D11-21CF-E76E-7155BBA50B27}"/>
              </a:ext>
            </a:extLst>
          </p:cNvPr>
          <p:cNvGraphicFramePr/>
          <p:nvPr>
            <p:extLst>
              <p:ext uri="{D42A27DB-BD31-4B8C-83A1-F6EECF244321}">
                <p14:modId xmlns:p14="http://schemas.microsoft.com/office/powerpoint/2010/main" val="2626854041"/>
              </p:ext>
            </p:extLst>
          </p:nvPr>
        </p:nvGraphicFramePr>
        <p:xfrm>
          <a:off x="4958257" y="887213"/>
          <a:ext cx="6309300" cy="4718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51750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B5324A97-7D14-4C52-AB4C-EDD9245F4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78E42E-49EA-C63C-F780-AECC25666E15}"/>
              </a:ext>
            </a:extLst>
          </p:cNvPr>
          <p:cNvSpPr>
            <a:spLocks noGrp="1"/>
          </p:cNvSpPr>
          <p:nvPr>
            <p:ph type="title"/>
          </p:nvPr>
        </p:nvSpPr>
        <p:spPr>
          <a:xfrm>
            <a:off x="633743" y="609599"/>
            <a:ext cx="3413156" cy="5273675"/>
          </a:xfrm>
        </p:spPr>
        <p:txBody>
          <a:bodyPr vert="horz" lIns="91440" tIns="45720" rIns="91440" bIns="45720" rtlCol="0" anchor="ctr">
            <a:normAutofit/>
          </a:bodyPr>
          <a:lstStyle/>
          <a:p>
            <a:r>
              <a:rPr lang="en-US" b="1" dirty="0"/>
              <a:t>Strategies to Overcome Challenges</a:t>
            </a:r>
            <a:br>
              <a:rPr lang="en-US" b="1" dirty="0"/>
            </a:br>
            <a:endParaRPr lang="en-US" dirty="0"/>
          </a:p>
        </p:txBody>
      </p:sp>
      <p:graphicFrame>
        <p:nvGraphicFramePr>
          <p:cNvPr id="21" name="TextBox 5">
            <a:extLst>
              <a:ext uri="{FF2B5EF4-FFF2-40B4-BE49-F238E27FC236}">
                <a16:creationId xmlns:a16="http://schemas.microsoft.com/office/drawing/2014/main" id="{209C1CBC-D717-7827-F184-9839024863A0}"/>
              </a:ext>
            </a:extLst>
          </p:cNvPr>
          <p:cNvGraphicFramePr/>
          <p:nvPr>
            <p:extLst>
              <p:ext uri="{D42A27DB-BD31-4B8C-83A1-F6EECF244321}">
                <p14:modId xmlns:p14="http://schemas.microsoft.com/office/powerpoint/2010/main" val="933339572"/>
              </p:ext>
            </p:extLst>
          </p:nvPr>
        </p:nvGraphicFramePr>
        <p:xfrm>
          <a:off x="4958257" y="887213"/>
          <a:ext cx="6309300" cy="4718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46313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019BF-C393-5FC8-F1E3-FB6580F7F811}"/>
              </a:ext>
            </a:extLst>
          </p:cNvPr>
          <p:cNvSpPr>
            <a:spLocks noGrp="1"/>
          </p:cNvSpPr>
          <p:nvPr>
            <p:ph type="title"/>
          </p:nvPr>
        </p:nvSpPr>
        <p:spPr>
          <a:xfrm>
            <a:off x="633743" y="609599"/>
            <a:ext cx="4070232" cy="5273675"/>
          </a:xfrm>
        </p:spPr>
        <p:txBody>
          <a:bodyPr vert="horz" lIns="91440" tIns="45720" rIns="91440" bIns="45720" rtlCol="0" anchor="ctr">
            <a:normAutofit/>
          </a:bodyPr>
          <a:lstStyle/>
          <a:p>
            <a:r>
              <a:rPr lang="en-US" b="1" dirty="0"/>
              <a:t>Potential Impact</a:t>
            </a:r>
            <a:br>
              <a:rPr lang="en-US" b="1" dirty="0"/>
            </a:br>
            <a:endParaRPr lang="en-US" dirty="0"/>
          </a:p>
        </p:txBody>
      </p:sp>
      <p:graphicFrame>
        <p:nvGraphicFramePr>
          <p:cNvPr id="13" name="TextBox 3">
            <a:extLst>
              <a:ext uri="{FF2B5EF4-FFF2-40B4-BE49-F238E27FC236}">
                <a16:creationId xmlns:a16="http://schemas.microsoft.com/office/drawing/2014/main" id="{FC0CEE58-0FF7-AA62-B72A-48FDD60F6165}"/>
              </a:ext>
            </a:extLst>
          </p:cNvPr>
          <p:cNvGraphicFramePr/>
          <p:nvPr>
            <p:extLst>
              <p:ext uri="{D42A27DB-BD31-4B8C-83A1-F6EECF244321}">
                <p14:modId xmlns:p14="http://schemas.microsoft.com/office/powerpoint/2010/main" val="148427067"/>
              </p:ext>
            </p:extLst>
          </p:nvPr>
        </p:nvGraphicFramePr>
        <p:xfrm>
          <a:off x="5282521" y="709683"/>
          <a:ext cx="6266011" cy="48995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02608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60B5EC36-3123-6B6A-5DB9-37F08A158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AD7A13-DE0B-2C5D-C3C7-1BB2C3F4C99B}"/>
              </a:ext>
            </a:extLst>
          </p:cNvPr>
          <p:cNvSpPr>
            <a:spLocks noGrp="1"/>
          </p:cNvSpPr>
          <p:nvPr>
            <p:ph type="title"/>
          </p:nvPr>
        </p:nvSpPr>
        <p:spPr>
          <a:xfrm>
            <a:off x="4389422" y="639416"/>
            <a:ext cx="3413156" cy="831575"/>
          </a:xfrm>
        </p:spPr>
        <p:txBody>
          <a:bodyPr vert="horz" lIns="91440" tIns="45720" rIns="91440" bIns="45720" rtlCol="0" anchor="ctr">
            <a:normAutofit fontScale="90000"/>
          </a:bodyPr>
          <a:lstStyle/>
          <a:p>
            <a:pPr algn="ctr"/>
            <a:r>
              <a:rPr lang="en-US" b="1" dirty="0"/>
              <a:t>Conclusion</a:t>
            </a:r>
            <a:br>
              <a:rPr lang="en-US" b="1" dirty="0"/>
            </a:br>
            <a:endParaRPr lang="en-US" dirty="0"/>
          </a:p>
        </p:txBody>
      </p:sp>
      <p:sp>
        <p:nvSpPr>
          <p:cNvPr id="7" name="TextBox 6">
            <a:extLst>
              <a:ext uri="{FF2B5EF4-FFF2-40B4-BE49-F238E27FC236}">
                <a16:creationId xmlns:a16="http://schemas.microsoft.com/office/drawing/2014/main" id="{CBAC2F86-CB6B-EBD3-6F03-088F9F209247}"/>
              </a:ext>
            </a:extLst>
          </p:cNvPr>
          <p:cNvSpPr txBox="1"/>
          <p:nvPr/>
        </p:nvSpPr>
        <p:spPr>
          <a:xfrm>
            <a:off x="3048786" y="1562943"/>
            <a:ext cx="6094428" cy="2680862"/>
          </a:xfrm>
          <a:prstGeom prst="rect">
            <a:avLst/>
          </a:prstGeom>
          <a:noFill/>
        </p:spPr>
        <p:txBody>
          <a:bodyPr wrap="square">
            <a:spAutoFit/>
          </a:bodyPr>
          <a:lstStyle/>
          <a:p>
            <a:pPr>
              <a:lnSpc>
                <a:spcPct val="150000"/>
              </a:lnSpc>
            </a:pPr>
            <a:r>
              <a:rPr lang="en-US" sz="2400" b="1" dirty="0"/>
              <a:t>The proposed system ensures:</a:t>
            </a:r>
          </a:p>
          <a:p>
            <a:pPr marL="285750" indent="-285750">
              <a:lnSpc>
                <a:spcPct val="150000"/>
              </a:lnSpc>
              <a:buFont typeface="Wingdings" panose="05000000000000000000" pitchFamily="2" charset="2"/>
              <a:buChar char="ü"/>
            </a:pPr>
            <a:r>
              <a:rPr lang="en-US" dirty="0"/>
              <a:t>Reliable monitoring of earthing systems.</a:t>
            </a:r>
          </a:p>
          <a:p>
            <a:pPr marL="285750" indent="-285750">
              <a:lnSpc>
                <a:spcPct val="150000"/>
              </a:lnSpc>
              <a:buFont typeface="Wingdings" panose="05000000000000000000" pitchFamily="2" charset="2"/>
              <a:buChar char="ü"/>
            </a:pPr>
            <a:r>
              <a:rPr lang="en-US" dirty="0"/>
              <a:t>Prevention of electrical hazards.</a:t>
            </a:r>
          </a:p>
          <a:p>
            <a:pPr marL="285750" indent="-285750">
              <a:lnSpc>
                <a:spcPct val="150000"/>
              </a:lnSpc>
              <a:buFont typeface="Wingdings" panose="05000000000000000000" pitchFamily="2" charset="2"/>
              <a:buChar char="ü"/>
            </a:pPr>
            <a:r>
              <a:rPr lang="en-US" dirty="0"/>
              <a:t>Cost-effective and scalable implementation.</a:t>
            </a:r>
          </a:p>
          <a:p>
            <a:pPr marL="285750" indent="-285750">
              <a:lnSpc>
                <a:spcPct val="150000"/>
              </a:lnSpc>
              <a:buFont typeface="Wingdings" panose="05000000000000000000" pitchFamily="2" charset="2"/>
              <a:buChar char="ü"/>
            </a:pPr>
            <a:r>
              <a:rPr lang="en-US" dirty="0"/>
              <a:t>Ready for deployment in industrial, residential, and public infrastructures.</a:t>
            </a:r>
          </a:p>
        </p:txBody>
      </p:sp>
    </p:spTree>
    <p:extLst>
      <p:ext uri="{BB962C8B-B14F-4D97-AF65-F5344CB8AC3E}">
        <p14:creationId xmlns:p14="http://schemas.microsoft.com/office/powerpoint/2010/main" val="359289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CBBDD-A27D-28C8-B12E-CAC8BE4EA428}"/>
              </a:ext>
            </a:extLst>
          </p:cNvPr>
          <p:cNvSpPr>
            <a:spLocks noGrp="1"/>
          </p:cNvSpPr>
          <p:nvPr>
            <p:ph type="title"/>
          </p:nvPr>
        </p:nvSpPr>
        <p:spPr>
          <a:xfrm>
            <a:off x="913795" y="609600"/>
            <a:ext cx="10353762" cy="1164772"/>
          </a:xfrm>
        </p:spPr>
        <p:txBody>
          <a:bodyPr>
            <a:normAutofit/>
          </a:bodyPr>
          <a:lstStyle/>
          <a:p>
            <a:pPr algn="ctr"/>
            <a:r>
              <a:rPr lang="en-IN" b="1" dirty="0">
                <a:ln>
                  <a:solidFill>
                    <a:prstClr val="black">
                      <a:lumMod val="75000"/>
                      <a:lumOff val="25000"/>
                      <a:alpha val="10000"/>
                    </a:prstClr>
                  </a:solidFill>
                </a:ln>
                <a:effectLst>
                  <a:outerShdw blurRad="9525" dist="25400" dir="14640000" algn="tl" rotWithShape="0">
                    <a:prstClr val="black">
                      <a:alpha val="30000"/>
                    </a:prstClr>
                  </a:outerShdw>
                </a:effectLst>
              </a:rPr>
              <a:t>Reference</a:t>
            </a:r>
            <a:endParaRPr lang="en-US" dirty="0"/>
          </a:p>
        </p:txBody>
      </p:sp>
      <p:sp>
        <p:nvSpPr>
          <p:cNvPr id="3" name="Content Placeholder 2">
            <a:extLst>
              <a:ext uri="{FF2B5EF4-FFF2-40B4-BE49-F238E27FC236}">
                <a16:creationId xmlns:a16="http://schemas.microsoft.com/office/drawing/2014/main" id="{AA15E8BC-83B7-DA12-926B-9E1677B2CAE4}"/>
              </a:ext>
            </a:extLst>
          </p:cNvPr>
          <p:cNvSpPr>
            <a:spLocks noGrp="1"/>
          </p:cNvSpPr>
          <p:nvPr>
            <p:ph idx="1"/>
          </p:nvPr>
        </p:nvSpPr>
        <p:spPr>
          <a:xfrm>
            <a:off x="924443" y="1300843"/>
            <a:ext cx="9710296" cy="3309258"/>
          </a:xfrm>
        </p:spPr>
        <p:txBody>
          <a:bodyPr>
            <a:normAutofit/>
          </a:bodyPr>
          <a:lstStyle/>
          <a:p>
            <a:pPr marL="0" indent="0">
              <a:lnSpc>
                <a:spcPct val="90000"/>
              </a:lnSpc>
              <a:spcBef>
                <a:spcPct val="0"/>
              </a:spcBef>
              <a:buNone/>
            </a:pPr>
            <a:endParaRPr lang="en-US" sz="1900" dirty="0">
              <a:ln>
                <a:solidFill>
                  <a:prstClr val="black">
                    <a:lumMod val="75000"/>
                    <a:lumOff val="25000"/>
                    <a:alpha val="10000"/>
                  </a:prstClr>
                </a:solidFill>
              </a:ln>
              <a:effectLst>
                <a:outerShdw blurRad="9525" dist="25400" dir="14640000" algn="tl" rotWithShape="0">
                  <a:prstClr val="black">
                    <a:alpha val="30000"/>
                  </a:prstClr>
                </a:outerShdw>
              </a:effectLst>
              <a:latin typeface="Arial"/>
              <a:cs typeface="Arial"/>
            </a:endParaRPr>
          </a:p>
          <a:p>
            <a:pPr marL="457200" indent="-457200">
              <a:lnSpc>
                <a:spcPct val="90000"/>
              </a:lnSpc>
              <a:spcBef>
                <a:spcPct val="0"/>
              </a:spcBef>
              <a:buFont typeface="+mj-lt"/>
              <a:buAutoNum type="arabicParenR"/>
            </a:pPr>
            <a:r>
              <a:rPr lang="en-US" sz="1900" dirty="0">
                <a:ln>
                  <a:solidFill>
                    <a:prstClr val="black">
                      <a:lumMod val="75000"/>
                      <a:lumOff val="25000"/>
                      <a:alpha val="10000"/>
                    </a:prstClr>
                  </a:solidFill>
                </a:ln>
                <a:effectLst>
                  <a:outerShdw blurRad="9525" dist="25400" dir="14640000" algn="tl" rotWithShape="0">
                    <a:prstClr val="black">
                      <a:alpha val="30000"/>
                    </a:prstClr>
                  </a:outerShdw>
                </a:effectLst>
                <a:cs typeface="Times New Roman" panose="02020603050405020304" pitchFamily="18" charset="0"/>
              </a:rPr>
              <a:t> Bibliographical Review of Monitoring and Controlling Technique for Earthing System               Rahul Agarwal1*,Swati Gade2, M. </a:t>
            </a:r>
            <a:r>
              <a:rPr lang="en-US" sz="1900" dirty="0" err="1">
                <a:ln>
                  <a:solidFill>
                    <a:prstClr val="black">
                      <a:lumMod val="75000"/>
                      <a:lumOff val="25000"/>
                      <a:alpha val="10000"/>
                    </a:prstClr>
                  </a:solidFill>
                </a:ln>
                <a:effectLst>
                  <a:outerShdw blurRad="9525" dist="25400" dir="14640000" algn="tl" rotWithShape="0">
                    <a:prstClr val="black">
                      <a:alpha val="30000"/>
                    </a:prstClr>
                  </a:outerShdw>
                </a:effectLst>
                <a:cs typeface="Times New Roman" panose="02020603050405020304" pitchFamily="18" charset="0"/>
              </a:rPr>
              <a:t>Ahfaz</a:t>
            </a:r>
            <a:r>
              <a:rPr lang="en-US" sz="1900" dirty="0">
                <a:ln>
                  <a:solidFill>
                    <a:prstClr val="black">
                      <a:lumMod val="75000"/>
                      <a:lumOff val="25000"/>
                      <a:alpha val="10000"/>
                    </a:prstClr>
                  </a:solidFill>
                </a:ln>
                <a:effectLst>
                  <a:outerShdw blurRad="9525" dist="25400" dir="14640000" algn="tl" rotWithShape="0">
                    <a:prstClr val="black">
                      <a:alpha val="30000"/>
                    </a:prstClr>
                  </a:outerShdw>
                </a:effectLst>
                <a:cs typeface="Times New Roman" panose="02020603050405020304" pitchFamily="18" charset="0"/>
              </a:rPr>
              <a:t> Khan3 and Nagendra Singh4</a:t>
            </a:r>
          </a:p>
          <a:p>
            <a:pPr marL="457200" indent="-457200">
              <a:lnSpc>
                <a:spcPct val="90000"/>
              </a:lnSpc>
              <a:spcBef>
                <a:spcPct val="0"/>
              </a:spcBef>
              <a:buFont typeface="+mj-lt"/>
              <a:buAutoNum type="arabicParenR"/>
            </a:pPr>
            <a:r>
              <a:rPr lang="en-US" sz="1900" dirty="0">
                <a:ln>
                  <a:solidFill>
                    <a:prstClr val="black">
                      <a:lumMod val="75000"/>
                      <a:lumOff val="25000"/>
                      <a:alpha val="10000"/>
                    </a:prstClr>
                  </a:solidFill>
                </a:ln>
                <a:effectLst>
                  <a:outerShdw blurRad="9525" dist="25400" dir="14640000" algn="tl" rotWithShape="0">
                    <a:prstClr val="black">
                      <a:alpha val="30000"/>
                    </a:prstClr>
                  </a:outerShdw>
                </a:effectLst>
                <a:cs typeface="Times New Roman" panose="02020603050405020304" pitchFamily="18" charset="0"/>
              </a:rPr>
              <a:t> HEALTH ASSESSMENT OF AN EHV EARTHING SYSTEM. Anwesh Kumar </a:t>
            </a:r>
            <a:r>
              <a:rPr lang="en-US" sz="1900" dirty="0" err="1">
                <a:ln>
                  <a:solidFill>
                    <a:prstClr val="black">
                      <a:lumMod val="75000"/>
                      <a:lumOff val="25000"/>
                      <a:alpha val="10000"/>
                    </a:prstClr>
                  </a:solidFill>
                </a:ln>
                <a:effectLst>
                  <a:outerShdw blurRad="9525" dist="25400" dir="14640000" algn="tl" rotWithShape="0">
                    <a:prstClr val="black">
                      <a:alpha val="30000"/>
                    </a:prstClr>
                  </a:outerShdw>
                </a:effectLst>
                <a:cs typeface="Times New Roman" panose="02020603050405020304" pitchFamily="18" charset="0"/>
              </a:rPr>
              <a:t>Maddikunta</a:t>
            </a:r>
            <a:r>
              <a:rPr lang="en-US" sz="1900" dirty="0">
                <a:ln>
                  <a:solidFill>
                    <a:prstClr val="black">
                      <a:lumMod val="75000"/>
                      <a:lumOff val="25000"/>
                      <a:alpha val="10000"/>
                    </a:prstClr>
                  </a:solidFill>
                </a:ln>
                <a:effectLst>
                  <a:outerShdw blurRad="9525" dist="25400" dir="14640000" algn="tl" rotWithShape="0">
                    <a:prstClr val="black">
                      <a:alpha val="30000"/>
                    </a:prstClr>
                  </a:outerShdw>
                </a:effectLst>
                <a:cs typeface="Times New Roman" panose="02020603050405020304" pitchFamily="18" charset="0"/>
              </a:rPr>
              <a:t> MIEEE,</a:t>
            </a:r>
          </a:p>
          <a:p>
            <a:pPr marL="457200" indent="-457200">
              <a:lnSpc>
                <a:spcPct val="90000"/>
              </a:lnSpc>
              <a:spcBef>
                <a:spcPct val="0"/>
              </a:spcBef>
              <a:buFont typeface="+mj-lt"/>
              <a:buAutoNum type="arabicParenR"/>
            </a:pPr>
            <a:r>
              <a:rPr lang="en-US" sz="1900" dirty="0">
                <a:ln>
                  <a:solidFill>
                    <a:prstClr val="black">
                      <a:lumMod val="75000"/>
                      <a:lumOff val="25000"/>
                      <a:alpha val="10000"/>
                    </a:prstClr>
                  </a:solidFill>
                </a:ln>
                <a:effectLst>
                  <a:outerShdw blurRad="9525" dist="25400" dir="14640000" algn="tl" rotWithShape="0">
                    <a:prstClr val="black">
                      <a:alpha val="30000"/>
                    </a:prstClr>
                  </a:outerShdw>
                </a:effectLst>
                <a:cs typeface="Times New Roman" panose="02020603050405020304" pitchFamily="18" charset="0"/>
              </a:rPr>
              <a:t> "The Importance of Earthing Systems in Electrical Safety" - IEEE Xplore</a:t>
            </a:r>
          </a:p>
          <a:p>
            <a:pPr marL="457200" indent="-457200">
              <a:lnSpc>
                <a:spcPct val="90000"/>
              </a:lnSpc>
              <a:spcBef>
                <a:spcPct val="0"/>
              </a:spcBef>
              <a:buFont typeface="+mj-lt"/>
              <a:buAutoNum type="arabicParenR"/>
            </a:pPr>
            <a:r>
              <a:rPr lang="en-US" sz="1900" dirty="0">
                <a:ln>
                  <a:solidFill>
                    <a:prstClr val="black">
                      <a:lumMod val="75000"/>
                      <a:lumOff val="25000"/>
                      <a:alpha val="10000"/>
                    </a:prstClr>
                  </a:solidFill>
                </a:ln>
                <a:effectLst>
                  <a:outerShdw blurRad="9525" dist="25400" dir="14640000" algn="tl" rotWithShape="0">
                    <a:prstClr val="black">
                      <a:alpha val="30000"/>
                    </a:prstClr>
                  </a:outerShdw>
                </a:effectLst>
                <a:cs typeface="Times New Roman" panose="02020603050405020304" pitchFamily="18" charset="0"/>
              </a:rPr>
              <a:t> "IoT-Based Monitoring Systems for Electrical Applications" - Springer</a:t>
            </a:r>
          </a:p>
          <a:p>
            <a:pPr marL="457200" indent="-457200">
              <a:lnSpc>
                <a:spcPct val="90000"/>
              </a:lnSpc>
              <a:spcBef>
                <a:spcPct val="0"/>
              </a:spcBef>
              <a:buFont typeface="+mj-lt"/>
              <a:buAutoNum type="arabicParenR"/>
            </a:pPr>
            <a:r>
              <a:rPr lang="en-US" sz="1900" dirty="0">
                <a:ln>
                  <a:solidFill>
                    <a:prstClr val="black">
                      <a:lumMod val="75000"/>
                      <a:lumOff val="25000"/>
                      <a:alpha val="10000"/>
                    </a:prstClr>
                  </a:solidFill>
                </a:ln>
                <a:effectLst>
                  <a:outerShdw blurRad="9525" dist="25400" dir="14640000" algn="tl" rotWithShape="0">
                    <a:prstClr val="black">
                      <a:alpha val="30000"/>
                    </a:prstClr>
                  </a:outerShdw>
                </a:effectLst>
                <a:cs typeface="Times New Roman" panose="02020603050405020304" pitchFamily="18" charset="0"/>
              </a:rPr>
              <a:t> "Solar-Powered IoT Solutions for Smart Cities" - ResearchGate</a:t>
            </a:r>
          </a:p>
          <a:p>
            <a:pPr marL="457200" indent="-457200">
              <a:lnSpc>
                <a:spcPct val="90000"/>
              </a:lnSpc>
              <a:spcBef>
                <a:spcPct val="0"/>
              </a:spcBef>
              <a:buFont typeface="+mj-lt"/>
              <a:buAutoNum type="arabicParenR"/>
            </a:pPr>
            <a:r>
              <a:rPr lang="en-US" sz="1900" dirty="0">
                <a:ln>
                  <a:solidFill>
                    <a:prstClr val="black">
                      <a:lumMod val="75000"/>
                      <a:lumOff val="25000"/>
                      <a:alpha val="10000"/>
                    </a:prstClr>
                  </a:solidFill>
                </a:ln>
                <a:effectLst>
                  <a:outerShdw blurRad="9525" dist="25400" dir="14640000" algn="tl" rotWithShape="0">
                    <a:prstClr val="black">
                      <a:alpha val="30000"/>
                    </a:prstClr>
                  </a:outerShdw>
                </a:effectLst>
                <a:cs typeface="Times New Roman" panose="02020603050405020304" pitchFamily="18" charset="0"/>
                <a:hlinkClick r:id="rId3"/>
              </a:rPr>
              <a:t> News Article: Electrical Hazards Due to Poor Earthing</a:t>
            </a:r>
            <a:endParaRPr lang="en-US" sz="1900" dirty="0">
              <a:ln>
                <a:solidFill>
                  <a:prstClr val="black">
                    <a:lumMod val="75000"/>
                    <a:lumOff val="25000"/>
                    <a:alpha val="10000"/>
                  </a:prstClr>
                </a:solidFill>
              </a:ln>
              <a:effectLst>
                <a:outerShdw blurRad="9525" dist="25400" dir="14640000" algn="tl" rotWithShape="0">
                  <a:prstClr val="black">
                    <a:alpha val="30000"/>
                  </a:prstClr>
                </a:outerShdw>
              </a:effectLst>
              <a:cs typeface="Times New Roman" panose="02020603050405020304" pitchFamily="18" charset="0"/>
            </a:endParaRPr>
          </a:p>
        </p:txBody>
      </p:sp>
    </p:spTree>
    <p:extLst>
      <p:ext uri="{BB962C8B-B14F-4D97-AF65-F5344CB8AC3E}">
        <p14:creationId xmlns:p14="http://schemas.microsoft.com/office/powerpoint/2010/main" val="2670501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a:extLst>
            <a:ext uri="{FF2B5EF4-FFF2-40B4-BE49-F238E27FC236}">
              <a16:creationId xmlns:a16="http://schemas.microsoft.com/office/drawing/2014/main" id="{4E2BA02C-1841-5EBF-124D-A1AD81170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E5512C-D742-E40A-0CF8-AECF2AF40B55}"/>
              </a:ext>
            </a:extLst>
          </p:cNvPr>
          <p:cNvSpPr>
            <a:spLocks noGrp="1"/>
          </p:cNvSpPr>
          <p:nvPr>
            <p:ph type="title"/>
          </p:nvPr>
        </p:nvSpPr>
        <p:spPr>
          <a:xfrm>
            <a:off x="633743" y="609599"/>
            <a:ext cx="3413156" cy="5273675"/>
          </a:xfrm>
        </p:spPr>
        <p:txBody>
          <a:bodyPr vert="horz" lIns="91440" tIns="45720" rIns="91440" bIns="45720" rtlCol="0" anchor="ctr">
            <a:normAutofit/>
          </a:bodyPr>
          <a:lstStyle/>
          <a:p>
            <a:r>
              <a:rPr lang="en-US" b="1"/>
              <a:t>Q&amp;A</a:t>
            </a:r>
            <a:br>
              <a:rPr lang="en-US" b="1"/>
            </a:br>
            <a:endParaRPr lang="en-US"/>
          </a:p>
        </p:txBody>
      </p:sp>
      <p:graphicFrame>
        <p:nvGraphicFramePr>
          <p:cNvPr id="6" name="TextBox 3">
            <a:extLst>
              <a:ext uri="{FF2B5EF4-FFF2-40B4-BE49-F238E27FC236}">
                <a16:creationId xmlns:a16="http://schemas.microsoft.com/office/drawing/2014/main" id="{49EBAD68-1BE3-BE8D-B0AE-6F78E158957A}"/>
              </a:ext>
            </a:extLst>
          </p:cNvPr>
          <p:cNvGraphicFramePr/>
          <p:nvPr>
            <p:extLst>
              <p:ext uri="{D42A27DB-BD31-4B8C-83A1-F6EECF244321}">
                <p14:modId xmlns:p14="http://schemas.microsoft.com/office/powerpoint/2010/main" val="266507898"/>
              </p:ext>
            </p:extLst>
          </p:nvPr>
        </p:nvGraphicFramePr>
        <p:xfrm>
          <a:off x="5282521" y="709683"/>
          <a:ext cx="6266011" cy="48995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659650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155</TotalTime>
  <Words>905</Words>
  <Application>Microsoft Office PowerPoint</Application>
  <PresentationFormat>Widescreen</PresentationFormat>
  <Paragraphs>135</Paragraphs>
  <Slides>22</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Times New Roman</vt:lpstr>
      <vt:lpstr>Wingdings</vt:lpstr>
      <vt:lpstr>Wingdings 2</vt:lpstr>
      <vt:lpstr>Celestial</vt:lpstr>
      <vt:lpstr>PowerPoint Presentation</vt:lpstr>
      <vt:lpstr>Introduction</vt:lpstr>
      <vt:lpstr>Problem Statement</vt:lpstr>
      <vt:lpstr>Supporting Article</vt:lpstr>
      <vt:lpstr>Literature Review</vt:lpstr>
      <vt:lpstr>Proposed Solution</vt:lpstr>
      <vt:lpstr>System Overview</vt:lpstr>
      <vt:lpstr>Key Features </vt:lpstr>
      <vt:lpstr>Benefits</vt:lpstr>
      <vt:lpstr>Design Methodology</vt:lpstr>
      <vt:lpstr>   Flow Diagram</vt:lpstr>
      <vt:lpstr>Circuit Diagram</vt:lpstr>
      <vt:lpstr>Circuit Working Description</vt:lpstr>
      <vt:lpstr>Course of Operation</vt:lpstr>
      <vt:lpstr>Hardware Component</vt:lpstr>
      <vt:lpstr>Cost Estimation </vt:lpstr>
      <vt:lpstr>Challenges and Risks </vt:lpstr>
      <vt:lpstr>Strategies to Overcome Challenges </vt:lpstr>
      <vt:lpstr>Potential Impact </vt:lpstr>
      <vt:lpstr>Conclusion </vt:lpstr>
      <vt:lpstr>Reference</vt:lpstr>
      <vt:lpstr>Q&amp;A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Pal</dc:creator>
  <cp:lastModifiedBy>Deepak Pal</cp:lastModifiedBy>
  <cp:revision>188</cp:revision>
  <dcterms:created xsi:type="dcterms:W3CDTF">2024-12-18T13:24:22Z</dcterms:created>
  <dcterms:modified xsi:type="dcterms:W3CDTF">2025-05-28T15:16:50Z</dcterms:modified>
</cp:coreProperties>
</file>